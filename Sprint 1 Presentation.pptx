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  <p:sldMasterId id="2147483694" r:id="rId2"/>
  </p:sldMasterIdLst>
  <p:notesMasterIdLst>
    <p:notesMasterId r:id="rId20"/>
  </p:notesMasterIdLst>
  <p:sldIdLst>
    <p:sldId id="258" r:id="rId3"/>
    <p:sldId id="256" r:id="rId4"/>
    <p:sldId id="272" r:id="rId5"/>
    <p:sldId id="259" r:id="rId6"/>
    <p:sldId id="260" r:id="rId7"/>
    <p:sldId id="261" r:id="rId8"/>
    <p:sldId id="262" r:id="rId9"/>
    <p:sldId id="275" r:id="rId10"/>
    <p:sldId id="273" r:id="rId11"/>
    <p:sldId id="264" r:id="rId12"/>
    <p:sldId id="265" r:id="rId13"/>
    <p:sldId id="257" r:id="rId14"/>
    <p:sldId id="269" r:id="rId15"/>
    <p:sldId id="268" r:id="rId16"/>
    <p:sldId id="274" r:id="rId17"/>
    <p:sldId id="270" r:id="rId18"/>
    <p:sldId id="266" r:id="rId19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67DF0B8-A523-E32C-11EF-90AC5971E386}" v="3" dt="2026-02-24T18:08:59.702"/>
    <p1510:client id="{08B7EACA-0A8D-3A3F-3780-0CEBD4B060E6}" v="10" dt="2026-02-24T15:45:22.676"/>
    <p1510:client id="{0DFA73C3-967F-A441-850E-82FEE7B181FA}" v="1566" dt="2026-02-24T18:38:56.481"/>
    <p1510:client id="{18ED529A-9385-1140-0EE4-92206A7B508A}" v="8" dt="2026-02-23T23:39:46.553"/>
    <p1510:client id="{36A1EDC1-AAF6-6516-2299-08F54F93E7D5}" v="20" dt="2026-02-24T17:32:45.086"/>
    <p1510:client id="{4461516F-EFBA-FB60-6D10-D5B618EBB0F4}" v="27" dt="2026-02-24T03:54:59.875"/>
    <p1510:client id="{4DF01F74-687A-A44E-AB3C-1A7BA68A5672}" v="2022" dt="2026-02-24T19:15:14.782"/>
    <p1510:client id="{4E9FA22E-F7D1-E7D0-0A15-E6BA93B692D1}" v="157" dt="2026-02-24T06:52:24.572"/>
    <p1510:client id="{9E1394D5-F3D7-96D8-0635-109E93D1F411}" v="73" dt="2026-02-24T16:32:57.766"/>
    <p1510:client id="{BC50FB8F-DC13-DE4A-1032-8A04F4E00F0F}" v="89" dt="2026-02-24T19:02:21.291"/>
    <p1510:client id="{E318682E-A674-0B2A-69D0-BC981A5BDB7F}" v="186" dt="2026-02-24T07:52:11.995"/>
    <p1510:client id="{ED38ADF7-8E90-560F-4896-31642F4DB233}" v="36" dt="2026-02-24T16:16:02.460"/>
    <p1510:client id="{FB3EEDEF-EF4D-9A91-98F7-B5343A199ACF}" v="23" dt="2026-02-24T15:25:26.06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1790" autoAdjust="0"/>
    <p:restoredTop sz="94660"/>
  </p:normalViewPr>
  <p:slideViewPr>
    <p:cSldViewPr snapToGrid="0">
      <p:cViewPr>
        <p:scale>
          <a:sx n="70" d="100"/>
          <a:sy n="70" d="100"/>
        </p:scale>
        <p:origin x="712" y="14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microsoft.com/office/2015/10/relationships/revisionInfo" Target="revisionInfo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1" i="0" u="none" strike="noStrike" kern="1200" cap="all" spc="5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Remaining Task Breakdown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1" i="0" u="none" strike="noStrike" kern="1200" cap="all" spc="5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Tasks</c:v>
                </c:pt>
              </c:strCache>
            </c:strRef>
          </c:tx>
          <c:dPt>
            <c:idx val="0"/>
            <c:bubble3D val="0"/>
            <c:spPr>
              <a:solidFill>
                <a:schemeClr val="bg2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1-81C6-479F-BAFF-085CFA142CD1}"/>
              </c:ext>
            </c:extLst>
          </c:dPt>
          <c:dPt>
            <c:idx val="1"/>
            <c:bubble3D val="0"/>
            <c:spPr>
              <a:solidFill>
                <a:schemeClr val="bg1">
                  <a:lumMod val="25000"/>
                </a:schemeClr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3-81C6-479F-BAFF-085CFA142CD1}"/>
              </c:ext>
            </c:extLst>
          </c:dPt>
          <c:dPt>
            <c:idx val="2"/>
            <c:bubble3D val="0"/>
            <c:spPr>
              <a:solidFill>
                <a:schemeClr val="tx2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5-81C6-479F-BAFF-085CFA142CD1}"/>
              </c:ext>
            </c:extLst>
          </c:dPt>
          <c:dPt>
            <c:idx val="3"/>
            <c:bubble3D val="0"/>
            <c:spPr>
              <a:solidFill>
                <a:schemeClr val="accent1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7-81C6-479F-BAFF-085CFA142CD1}"/>
              </c:ext>
            </c:extLst>
          </c:dPt>
          <c:dPt>
            <c:idx val="4"/>
            <c:bubble3D val="0"/>
            <c:spPr>
              <a:solidFill>
                <a:schemeClr val="bg2">
                  <a:lumMod val="60000"/>
                  <a:lumOff val="40000"/>
                </a:schemeClr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9-81C6-479F-BAFF-085CFA142CD1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Sheet1!$A$2:$A$6</c:f>
              <c:strCache>
                <c:ptCount val="5"/>
                <c:pt idx="0">
                  <c:v>Frontend I</c:v>
                </c:pt>
                <c:pt idx="1">
                  <c:v>Frontend II</c:v>
                </c:pt>
                <c:pt idx="2">
                  <c:v>Backend I</c:v>
                </c:pt>
                <c:pt idx="3">
                  <c:v>Backend II</c:v>
                </c:pt>
                <c:pt idx="4">
                  <c:v>Cyber Sec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19</c:v>
                </c:pt>
                <c:pt idx="1">
                  <c:v>4</c:v>
                </c:pt>
                <c:pt idx="2">
                  <c:v>10</c:v>
                </c:pt>
                <c:pt idx="3">
                  <c:v>7</c:v>
                </c:pt>
                <c:pt idx="4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C3E-8D44-99F0-B9247BBF86F0}"/>
            </c:ext>
          </c:extLst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/>
    </cs:fontRef>
    <cs:defRPr sz="1197" b="1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scene3d>
        <a:camera prst="orthographicFront"/>
        <a:lightRig rig="brightRoom" dir="t"/>
      </a:scene3d>
      <a:sp3d prstMaterial="flat">
        <a:bevelT w="50800" h="101600" prst="angle"/>
        <a:contourClr>
          <a:srgbClr val="000000"/>
        </a:contourClr>
      </a:sp3d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1" i="0" kern="1200" cap="all" spc="5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4D4CB61-5A74-4285-9D09-1EE2FE2D15E4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B61C5C52-46F7-414A-9498-5024C376F6E6}">
      <dgm:prSet/>
      <dgm:spPr/>
      <dgm:t>
        <a:bodyPr/>
        <a:lstStyle/>
        <a:p>
          <a:r>
            <a:rPr lang="en-US"/>
            <a:t>Frontend User Profile Finalization</a:t>
          </a:r>
        </a:p>
      </dgm:t>
    </dgm:pt>
    <dgm:pt modelId="{A246A3F3-7A42-4C7B-91B3-EF7F18F1A35D}" type="parTrans" cxnId="{A862239F-ED59-44E8-A905-040E8A3D650F}">
      <dgm:prSet/>
      <dgm:spPr/>
      <dgm:t>
        <a:bodyPr/>
        <a:lstStyle/>
        <a:p>
          <a:endParaRPr lang="en-US"/>
        </a:p>
      </dgm:t>
    </dgm:pt>
    <dgm:pt modelId="{3A05CDC9-0457-46B9-B6A1-E92C4A1096EE}" type="sibTrans" cxnId="{A862239F-ED59-44E8-A905-040E8A3D650F}">
      <dgm:prSet/>
      <dgm:spPr/>
      <dgm:t>
        <a:bodyPr/>
        <a:lstStyle/>
        <a:p>
          <a:endParaRPr lang="en-US"/>
        </a:p>
      </dgm:t>
    </dgm:pt>
    <dgm:pt modelId="{68F61FF1-17F1-437A-9DDC-4894A59BB03C}">
      <dgm:prSet/>
      <dgm:spPr/>
      <dgm:t>
        <a:bodyPr/>
        <a:lstStyle/>
        <a:p>
          <a:r>
            <a:rPr lang="en-US"/>
            <a:t>Developing User-facing settings pages</a:t>
          </a:r>
        </a:p>
      </dgm:t>
    </dgm:pt>
    <dgm:pt modelId="{8BA1EFF2-E52F-466E-85B6-6F4BEBB76026}" type="parTrans" cxnId="{C757CFFC-FB76-411C-A1BE-8695D6653A3C}">
      <dgm:prSet/>
      <dgm:spPr/>
      <dgm:t>
        <a:bodyPr/>
        <a:lstStyle/>
        <a:p>
          <a:endParaRPr lang="en-US"/>
        </a:p>
      </dgm:t>
    </dgm:pt>
    <dgm:pt modelId="{795F919C-A4C7-4897-9DCE-B24504FE406D}" type="sibTrans" cxnId="{C757CFFC-FB76-411C-A1BE-8695D6653A3C}">
      <dgm:prSet/>
      <dgm:spPr/>
      <dgm:t>
        <a:bodyPr/>
        <a:lstStyle/>
        <a:p>
          <a:endParaRPr lang="en-US"/>
        </a:p>
      </dgm:t>
    </dgm:pt>
    <dgm:pt modelId="{E91B4A77-392E-4BF4-AD58-EB898794083A}">
      <dgm:prSet/>
      <dgm:spPr/>
      <dgm:t>
        <a:bodyPr/>
        <a:lstStyle/>
        <a:p>
          <a:r>
            <a:rPr lang="en-US"/>
            <a:t>Reviewer Application </a:t>
          </a:r>
        </a:p>
      </dgm:t>
    </dgm:pt>
    <dgm:pt modelId="{9372F9EE-7142-452A-BED5-3DCF8FD687FA}" type="parTrans" cxnId="{ABB91AA1-41ED-450F-B604-F3E5794AEFB9}">
      <dgm:prSet/>
      <dgm:spPr/>
      <dgm:t>
        <a:bodyPr/>
        <a:lstStyle/>
        <a:p>
          <a:endParaRPr lang="en-US"/>
        </a:p>
      </dgm:t>
    </dgm:pt>
    <dgm:pt modelId="{9D776D8C-EA99-4242-8955-1E3A34DB82B2}" type="sibTrans" cxnId="{ABB91AA1-41ED-450F-B604-F3E5794AEFB9}">
      <dgm:prSet/>
      <dgm:spPr/>
      <dgm:t>
        <a:bodyPr/>
        <a:lstStyle/>
        <a:p>
          <a:endParaRPr lang="en-US"/>
        </a:p>
      </dgm:t>
    </dgm:pt>
    <dgm:pt modelId="{379B6874-6F42-4079-A528-D399F9F7C3C1}">
      <dgm:prSet/>
      <dgm:spPr/>
      <dgm:t>
        <a:bodyPr/>
        <a:lstStyle/>
        <a:p>
          <a:r>
            <a:rPr lang="en-US"/>
            <a:t>Frontend Admin Dashboard </a:t>
          </a:r>
        </a:p>
      </dgm:t>
    </dgm:pt>
    <dgm:pt modelId="{7397F02D-F640-4D2C-8146-93320A96F844}" type="parTrans" cxnId="{2040814D-1435-4303-8F97-ACB41DCC8430}">
      <dgm:prSet/>
      <dgm:spPr/>
      <dgm:t>
        <a:bodyPr/>
        <a:lstStyle/>
        <a:p>
          <a:endParaRPr lang="en-US"/>
        </a:p>
      </dgm:t>
    </dgm:pt>
    <dgm:pt modelId="{DFEC6635-2A19-4DEA-9FB0-92AE93517D6F}" type="sibTrans" cxnId="{2040814D-1435-4303-8F97-ACB41DCC8430}">
      <dgm:prSet/>
      <dgm:spPr/>
      <dgm:t>
        <a:bodyPr/>
        <a:lstStyle/>
        <a:p>
          <a:endParaRPr lang="en-US"/>
        </a:p>
      </dgm:t>
    </dgm:pt>
    <dgm:pt modelId="{0421868F-BD44-4EF5-94B9-BA5A0907770D}">
      <dgm:prSet/>
      <dgm:spPr/>
      <dgm:t>
        <a:bodyPr/>
        <a:lstStyle/>
        <a:p>
          <a:r>
            <a:rPr lang="en-US"/>
            <a:t>Creating reviewer approval UI</a:t>
          </a:r>
        </a:p>
      </dgm:t>
    </dgm:pt>
    <dgm:pt modelId="{3571F5B4-CFA7-4F7F-9F75-4E6C0240615A}" type="parTrans" cxnId="{E88C4A69-D863-4BE7-96EE-953FD819DCC0}">
      <dgm:prSet/>
      <dgm:spPr/>
      <dgm:t>
        <a:bodyPr/>
        <a:lstStyle/>
        <a:p>
          <a:endParaRPr lang="en-US"/>
        </a:p>
      </dgm:t>
    </dgm:pt>
    <dgm:pt modelId="{5858227D-B815-4002-8EFF-D7B10073717E}" type="sibTrans" cxnId="{E88C4A69-D863-4BE7-96EE-953FD819DCC0}">
      <dgm:prSet/>
      <dgm:spPr/>
      <dgm:t>
        <a:bodyPr/>
        <a:lstStyle/>
        <a:p>
          <a:endParaRPr lang="en-US"/>
        </a:p>
      </dgm:t>
    </dgm:pt>
    <dgm:pt modelId="{DD2D0CB2-B7EB-401C-9FDB-536B9942DD3F}">
      <dgm:prSet/>
      <dgm:spPr/>
      <dgm:t>
        <a:bodyPr/>
        <a:lstStyle/>
        <a:p>
          <a:r>
            <a:rPr lang="en-US"/>
            <a:t>Review management UI</a:t>
          </a:r>
        </a:p>
      </dgm:t>
    </dgm:pt>
    <dgm:pt modelId="{9EAD4053-B719-4411-B91C-3C025C5B6C82}" type="parTrans" cxnId="{48B95C7A-8540-452A-BB6E-7016EC41B2F7}">
      <dgm:prSet/>
      <dgm:spPr/>
      <dgm:t>
        <a:bodyPr/>
        <a:lstStyle/>
        <a:p>
          <a:endParaRPr lang="en-US"/>
        </a:p>
      </dgm:t>
    </dgm:pt>
    <dgm:pt modelId="{8FFCA2BC-EC21-4694-8BA0-BEC533511486}" type="sibTrans" cxnId="{48B95C7A-8540-452A-BB6E-7016EC41B2F7}">
      <dgm:prSet/>
      <dgm:spPr/>
      <dgm:t>
        <a:bodyPr/>
        <a:lstStyle/>
        <a:p>
          <a:endParaRPr lang="en-US"/>
        </a:p>
      </dgm:t>
    </dgm:pt>
    <dgm:pt modelId="{4BDE495B-AE2C-4F53-AD1A-D9EEDDA402A7}">
      <dgm:prSet/>
      <dgm:spPr/>
      <dgm:t>
        <a:bodyPr/>
        <a:lstStyle/>
        <a:p>
          <a:r>
            <a:rPr lang="en-US"/>
            <a:t>User management </a:t>
          </a:r>
        </a:p>
      </dgm:t>
    </dgm:pt>
    <dgm:pt modelId="{E7C82903-B2B9-44FE-BDDF-2A3E3DB7B0C4}" type="parTrans" cxnId="{5877B547-7902-4421-8E57-59968052D8CF}">
      <dgm:prSet/>
      <dgm:spPr/>
      <dgm:t>
        <a:bodyPr/>
        <a:lstStyle/>
        <a:p>
          <a:endParaRPr lang="en-US"/>
        </a:p>
      </dgm:t>
    </dgm:pt>
    <dgm:pt modelId="{EA0E7E78-C2C8-47C6-A06D-32FAF96BF61F}" type="sibTrans" cxnId="{5877B547-7902-4421-8E57-59968052D8CF}">
      <dgm:prSet/>
      <dgm:spPr/>
      <dgm:t>
        <a:bodyPr/>
        <a:lstStyle/>
        <a:p>
          <a:endParaRPr lang="en-US"/>
        </a:p>
      </dgm:t>
    </dgm:pt>
    <dgm:pt modelId="{4DD38AAF-01EC-46C6-9252-DF3DD6410BE4}">
      <dgm:prSet/>
      <dgm:spPr/>
      <dgm:t>
        <a:bodyPr/>
        <a:lstStyle/>
        <a:p>
          <a:r>
            <a:rPr lang="en-US"/>
            <a:t>Backend Logic</a:t>
          </a:r>
        </a:p>
      </dgm:t>
    </dgm:pt>
    <dgm:pt modelId="{58FC0B6C-2D02-4A2A-9240-5ED6BA3B893A}" type="parTrans" cxnId="{2466D5C7-8361-46C2-ABB2-7CDDDF5B7C37}">
      <dgm:prSet/>
      <dgm:spPr/>
      <dgm:t>
        <a:bodyPr/>
        <a:lstStyle/>
        <a:p>
          <a:endParaRPr lang="en-US"/>
        </a:p>
      </dgm:t>
    </dgm:pt>
    <dgm:pt modelId="{94797290-845D-41A9-9D57-5D8962F8A0BB}" type="sibTrans" cxnId="{2466D5C7-8361-46C2-ABB2-7CDDDF5B7C37}">
      <dgm:prSet/>
      <dgm:spPr/>
      <dgm:t>
        <a:bodyPr/>
        <a:lstStyle/>
        <a:p>
          <a:endParaRPr lang="en-US"/>
        </a:p>
      </dgm:t>
    </dgm:pt>
    <dgm:pt modelId="{CFF65469-78EB-47C6-A10B-3553FA391A17}">
      <dgm:prSet/>
      <dgm:spPr/>
      <dgm:t>
        <a:bodyPr/>
        <a:lstStyle/>
        <a:p>
          <a:r>
            <a:rPr lang="en-US"/>
            <a:t>User management</a:t>
          </a:r>
        </a:p>
      </dgm:t>
    </dgm:pt>
    <dgm:pt modelId="{2C465285-72CF-4D5E-89AD-0D072F3F915D}" type="parTrans" cxnId="{9C16FD63-04E5-4955-9B10-E02BEAE3487E}">
      <dgm:prSet/>
      <dgm:spPr/>
      <dgm:t>
        <a:bodyPr/>
        <a:lstStyle/>
        <a:p>
          <a:endParaRPr lang="en-US"/>
        </a:p>
      </dgm:t>
    </dgm:pt>
    <dgm:pt modelId="{75501CBE-BDF7-4E1A-90D8-5EA7A82046D7}" type="sibTrans" cxnId="{9C16FD63-04E5-4955-9B10-E02BEAE3487E}">
      <dgm:prSet/>
      <dgm:spPr/>
      <dgm:t>
        <a:bodyPr/>
        <a:lstStyle/>
        <a:p>
          <a:endParaRPr lang="en-US"/>
        </a:p>
      </dgm:t>
    </dgm:pt>
    <dgm:pt modelId="{CA4D7D97-0763-4EC1-8EC3-94DBB4C5788E}">
      <dgm:prSet/>
      <dgm:spPr/>
      <dgm:t>
        <a:bodyPr/>
        <a:lstStyle/>
        <a:p>
          <a:r>
            <a:rPr lang="en-US"/>
            <a:t>User vs. Reviewer vs. Admin logic</a:t>
          </a:r>
        </a:p>
      </dgm:t>
    </dgm:pt>
    <dgm:pt modelId="{C566265F-E2A1-464E-94C7-3C8CA2D19379}" type="parTrans" cxnId="{059639D3-C5BA-41E3-A61D-06ABC722CBB6}">
      <dgm:prSet/>
      <dgm:spPr/>
      <dgm:t>
        <a:bodyPr/>
        <a:lstStyle/>
        <a:p>
          <a:endParaRPr lang="en-US"/>
        </a:p>
      </dgm:t>
    </dgm:pt>
    <dgm:pt modelId="{D3601E16-37FA-4182-821A-D74E69A6298D}" type="sibTrans" cxnId="{059639D3-C5BA-41E3-A61D-06ABC722CBB6}">
      <dgm:prSet/>
      <dgm:spPr/>
      <dgm:t>
        <a:bodyPr/>
        <a:lstStyle/>
        <a:p>
          <a:endParaRPr lang="en-US"/>
        </a:p>
      </dgm:t>
    </dgm:pt>
    <dgm:pt modelId="{8DF86DE2-BCC1-4F25-BFD3-625CC97B22E4}">
      <dgm:prSet/>
      <dgm:spPr/>
      <dgm:t>
        <a:bodyPr/>
        <a:lstStyle/>
        <a:p>
          <a:r>
            <a:rPr lang="en-US"/>
            <a:t>Profile creation logic</a:t>
          </a:r>
        </a:p>
      </dgm:t>
    </dgm:pt>
    <dgm:pt modelId="{49B39542-981F-4970-BC89-1C7E058D3C4E}" type="parTrans" cxnId="{5F13B63E-5216-41BB-9EE4-38FD14216CFB}">
      <dgm:prSet/>
      <dgm:spPr/>
      <dgm:t>
        <a:bodyPr/>
        <a:lstStyle/>
        <a:p>
          <a:endParaRPr lang="en-US"/>
        </a:p>
      </dgm:t>
    </dgm:pt>
    <dgm:pt modelId="{5934BE17-537F-40D6-B76A-2630034D2D09}" type="sibTrans" cxnId="{5F13B63E-5216-41BB-9EE4-38FD14216CFB}">
      <dgm:prSet/>
      <dgm:spPr/>
      <dgm:t>
        <a:bodyPr/>
        <a:lstStyle/>
        <a:p>
          <a:endParaRPr lang="en-US"/>
        </a:p>
      </dgm:t>
    </dgm:pt>
    <dgm:pt modelId="{DD96782C-4696-4837-9C5C-4AB44F39360E}">
      <dgm:prSet/>
      <dgm:spPr/>
      <dgm:t>
        <a:bodyPr/>
        <a:lstStyle/>
        <a:p>
          <a:r>
            <a:rPr lang="en-US"/>
            <a:t>Backend -&gt; Frontend connection API</a:t>
          </a:r>
        </a:p>
      </dgm:t>
    </dgm:pt>
    <dgm:pt modelId="{BF472CF9-4364-47D1-9772-C792B65C10F8}" type="parTrans" cxnId="{A486E689-04B7-4906-B44C-97B1D2CB69C4}">
      <dgm:prSet/>
      <dgm:spPr/>
      <dgm:t>
        <a:bodyPr/>
        <a:lstStyle/>
        <a:p>
          <a:endParaRPr lang="en-US"/>
        </a:p>
      </dgm:t>
    </dgm:pt>
    <dgm:pt modelId="{50A88BBD-7425-4F1C-9FDA-D7B457AF8DA7}" type="sibTrans" cxnId="{A486E689-04B7-4906-B44C-97B1D2CB69C4}">
      <dgm:prSet/>
      <dgm:spPr/>
      <dgm:t>
        <a:bodyPr/>
        <a:lstStyle/>
        <a:p>
          <a:endParaRPr lang="en-US"/>
        </a:p>
      </dgm:t>
    </dgm:pt>
    <dgm:pt modelId="{DA33580C-B2EC-5944-8D0C-D0CED62C6BC7}" type="pres">
      <dgm:prSet presAssocID="{C4D4CB61-5A74-4285-9D09-1EE2FE2D15E4}" presName="Name0" presStyleCnt="0">
        <dgm:presLayoutVars>
          <dgm:dir/>
          <dgm:animLvl val="lvl"/>
          <dgm:resizeHandles val="exact"/>
        </dgm:presLayoutVars>
      </dgm:prSet>
      <dgm:spPr/>
    </dgm:pt>
    <dgm:pt modelId="{750C47E9-143C-964C-9EE2-D5CE0A02D686}" type="pres">
      <dgm:prSet presAssocID="{B61C5C52-46F7-414A-9498-5024C376F6E6}" presName="linNode" presStyleCnt="0"/>
      <dgm:spPr/>
    </dgm:pt>
    <dgm:pt modelId="{2FA22F67-6493-4140-96F4-4F67D16C5FD8}" type="pres">
      <dgm:prSet presAssocID="{B61C5C52-46F7-414A-9498-5024C376F6E6}" presName="parentText" presStyleLbl="node1" presStyleIdx="0" presStyleCnt="3">
        <dgm:presLayoutVars>
          <dgm:chMax val="1"/>
          <dgm:bulletEnabled val="1"/>
        </dgm:presLayoutVars>
      </dgm:prSet>
      <dgm:spPr/>
    </dgm:pt>
    <dgm:pt modelId="{EB911F8C-FDEB-304A-B807-7287DE5EB7F2}" type="pres">
      <dgm:prSet presAssocID="{B61C5C52-46F7-414A-9498-5024C376F6E6}" presName="descendantText" presStyleLbl="alignAccFollowNode1" presStyleIdx="0" presStyleCnt="3">
        <dgm:presLayoutVars>
          <dgm:bulletEnabled val="1"/>
        </dgm:presLayoutVars>
      </dgm:prSet>
      <dgm:spPr/>
    </dgm:pt>
    <dgm:pt modelId="{5216F2D3-DA19-3D4A-A2BF-38EC28D95487}" type="pres">
      <dgm:prSet presAssocID="{3A05CDC9-0457-46B9-B6A1-E92C4A1096EE}" presName="sp" presStyleCnt="0"/>
      <dgm:spPr/>
    </dgm:pt>
    <dgm:pt modelId="{770CB9EC-E8B5-C34C-9A21-289E0991DD3C}" type="pres">
      <dgm:prSet presAssocID="{379B6874-6F42-4079-A528-D399F9F7C3C1}" presName="linNode" presStyleCnt="0"/>
      <dgm:spPr/>
    </dgm:pt>
    <dgm:pt modelId="{97B1A70A-1AA9-084D-A77D-49BA5E22A354}" type="pres">
      <dgm:prSet presAssocID="{379B6874-6F42-4079-A528-D399F9F7C3C1}" presName="parentText" presStyleLbl="node1" presStyleIdx="1" presStyleCnt="3">
        <dgm:presLayoutVars>
          <dgm:chMax val="1"/>
          <dgm:bulletEnabled val="1"/>
        </dgm:presLayoutVars>
      </dgm:prSet>
      <dgm:spPr/>
    </dgm:pt>
    <dgm:pt modelId="{CAB6B587-E011-1145-935F-FE68A2E4159B}" type="pres">
      <dgm:prSet presAssocID="{379B6874-6F42-4079-A528-D399F9F7C3C1}" presName="descendantText" presStyleLbl="alignAccFollowNode1" presStyleIdx="1" presStyleCnt="3">
        <dgm:presLayoutVars>
          <dgm:bulletEnabled val="1"/>
        </dgm:presLayoutVars>
      </dgm:prSet>
      <dgm:spPr/>
    </dgm:pt>
    <dgm:pt modelId="{02AC03FC-54C5-C844-A1C0-BE2353F4DD0B}" type="pres">
      <dgm:prSet presAssocID="{DFEC6635-2A19-4DEA-9FB0-92AE93517D6F}" presName="sp" presStyleCnt="0"/>
      <dgm:spPr/>
    </dgm:pt>
    <dgm:pt modelId="{52BBE217-A16D-AB4A-A016-5E6259C58F1D}" type="pres">
      <dgm:prSet presAssocID="{4DD38AAF-01EC-46C6-9252-DF3DD6410BE4}" presName="linNode" presStyleCnt="0"/>
      <dgm:spPr/>
    </dgm:pt>
    <dgm:pt modelId="{A03E4075-F53C-3D42-871E-84DAEEF90FAC}" type="pres">
      <dgm:prSet presAssocID="{4DD38AAF-01EC-46C6-9252-DF3DD6410BE4}" presName="parentText" presStyleLbl="node1" presStyleIdx="2" presStyleCnt="3">
        <dgm:presLayoutVars>
          <dgm:chMax val="1"/>
          <dgm:bulletEnabled val="1"/>
        </dgm:presLayoutVars>
      </dgm:prSet>
      <dgm:spPr/>
    </dgm:pt>
    <dgm:pt modelId="{B357A20A-7869-F64B-8207-BBE203D23D20}" type="pres">
      <dgm:prSet presAssocID="{4DD38AAF-01EC-46C6-9252-DF3DD6410BE4}" presName="descendantText" presStyleLbl="alignAccFollowNode1" presStyleIdx="2" presStyleCnt="3">
        <dgm:presLayoutVars>
          <dgm:bulletEnabled val="1"/>
        </dgm:presLayoutVars>
      </dgm:prSet>
      <dgm:spPr/>
    </dgm:pt>
  </dgm:ptLst>
  <dgm:cxnLst>
    <dgm:cxn modelId="{02FC3B18-882F-524A-93EB-557663C848EA}" type="presOf" srcId="{0421868F-BD44-4EF5-94B9-BA5A0907770D}" destId="{CAB6B587-E011-1145-935F-FE68A2E4159B}" srcOrd="0" destOrd="0" presId="urn:microsoft.com/office/officeart/2005/8/layout/vList5"/>
    <dgm:cxn modelId="{B0CFE729-CAAF-B74B-BB39-04949155481C}" type="presOf" srcId="{8DF86DE2-BCC1-4F25-BFD3-625CC97B22E4}" destId="{B357A20A-7869-F64B-8207-BBE203D23D20}" srcOrd="0" destOrd="2" presId="urn:microsoft.com/office/officeart/2005/8/layout/vList5"/>
    <dgm:cxn modelId="{26DD5834-09B6-864B-9884-BC8492F47D44}" type="presOf" srcId="{DD96782C-4696-4837-9C5C-4AB44F39360E}" destId="{B357A20A-7869-F64B-8207-BBE203D23D20}" srcOrd="0" destOrd="3" presId="urn:microsoft.com/office/officeart/2005/8/layout/vList5"/>
    <dgm:cxn modelId="{9F70A935-FF61-E640-84FD-50E14D986DEE}" type="presOf" srcId="{4BDE495B-AE2C-4F53-AD1A-D9EEDDA402A7}" destId="{CAB6B587-E011-1145-935F-FE68A2E4159B}" srcOrd="0" destOrd="2" presId="urn:microsoft.com/office/officeart/2005/8/layout/vList5"/>
    <dgm:cxn modelId="{55900A3E-369E-7F4B-86DE-6FF42A207AFA}" type="presOf" srcId="{4DD38AAF-01EC-46C6-9252-DF3DD6410BE4}" destId="{A03E4075-F53C-3D42-871E-84DAEEF90FAC}" srcOrd="0" destOrd="0" presId="urn:microsoft.com/office/officeart/2005/8/layout/vList5"/>
    <dgm:cxn modelId="{5F13B63E-5216-41BB-9EE4-38FD14216CFB}" srcId="{4DD38AAF-01EC-46C6-9252-DF3DD6410BE4}" destId="{8DF86DE2-BCC1-4F25-BFD3-625CC97B22E4}" srcOrd="2" destOrd="0" parTransId="{49B39542-981F-4970-BC89-1C7E058D3C4E}" sibTransId="{5934BE17-537F-40D6-B76A-2630034D2D09}"/>
    <dgm:cxn modelId="{5877B547-7902-4421-8E57-59968052D8CF}" srcId="{379B6874-6F42-4079-A528-D399F9F7C3C1}" destId="{4BDE495B-AE2C-4F53-AD1A-D9EEDDA402A7}" srcOrd="2" destOrd="0" parTransId="{E7C82903-B2B9-44FE-BDDF-2A3E3DB7B0C4}" sibTransId="{EA0E7E78-C2C8-47C6-A06D-32FAF96BF61F}"/>
    <dgm:cxn modelId="{14D61F4B-3FE1-3644-8F48-38C5F371ABE2}" type="presOf" srcId="{CFF65469-78EB-47C6-A10B-3553FA391A17}" destId="{B357A20A-7869-F64B-8207-BBE203D23D20}" srcOrd="0" destOrd="0" presId="urn:microsoft.com/office/officeart/2005/8/layout/vList5"/>
    <dgm:cxn modelId="{2040814D-1435-4303-8F97-ACB41DCC8430}" srcId="{C4D4CB61-5A74-4285-9D09-1EE2FE2D15E4}" destId="{379B6874-6F42-4079-A528-D399F9F7C3C1}" srcOrd="1" destOrd="0" parTransId="{7397F02D-F640-4D2C-8146-93320A96F844}" sibTransId="{DFEC6635-2A19-4DEA-9FB0-92AE93517D6F}"/>
    <dgm:cxn modelId="{76B4A655-CD08-D340-A6FC-27DCD5CA39D8}" type="presOf" srcId="{379B6874-6F42-4079-A528-D399F9F7C3C1}" destId="{97B1A70A-1AA9-084D-A77D-49BA5E22A354}" srcOrd="0" destOrd="0" presId="urn:microsoft.com/office/officeart/2005/8/layout/vList5"/>
    <dgm:cxn modelId="{9C16FD63-04E5-4955-9B10-E02BEAE3487E}" srcId="{4DD38AAF-01EC-46C6-9252-DF3DD6410BE4}" destId="{CFF65469-78EB-47C6-A10B-3553FA391A17}" srcOrd="0" destOrd="0" parTransId="{2C465285-72CF-4D5E-89AD-0D072F3F915D}" sibTransId="{75501CBE-BDF7-4E1A-90D8-5EA7A82046D7}"/>
    <dgm:cxn modelId="{E88C4A69-D863-4BE7-96EE-953FD819DCC0}" srcId="{379B6874-6F42-4079-A528-D399F9F7C3C1}" destId="{0421868F-BD44-4EF5-94B9-BA5A0907770D}" srcOrd="0" destOrd="0" parTransId="{3571F5B4-CFA7-4F7F-9F75-4E6C0240615A}" sibTransId="{5858227D-B815-4002-8EFF-D7B10073717E}"/>
    <dgm:cxn modelId="{273B3D72-4EF1-0B42-9DB1-14EF1A122669}" type="presOf" srcId="{68F61FF1-17F1-437A-9DDC-4894A59BB03C}" destId="{EB911F8C-FDEB-304A-B807-7287DE5EB7F2}" srcOrd="0" destOrd="0" presId="urn:microsoft.com/office/officeart/2005/8/layout/vList5"/>
    <dgm:cxn modelId="{78DD0B79-358B-2B43-BACF-A0CE2178E0FD}" type="presOf" srcId="{CA4D7D97-0763-4EC1-8EC3-94DBB4C5788E}" destId="{B357A20A-7869-F64B-8207-BBE203D23D20}" srcOrd="0" destOrd="1" presId="urn:microsoft.com/office/officeart/2005/8/layout/vList5"/>
    <dgm:cxn modelId="{48B95C7A-8540-452A-BB6E-7016EC41B2F7}" srcId="{379B6874-6F42-4079-A528-D399F9F7C3C1}" destId="{DD2D0CB2-B7EB-401C-9FDB-536B9942DD3F}" srcOrd="1" destOrd="0" parTransId="{9EAD4053-B719-4411-B91C-3C025C5B6C82}" sibTransId="{8FFCA2BC-EC21-4694-8BA0-BEC533511486}"/>
    <dgm:cxn modelId="{A486E689-04B7-4906-B44C-97B1D2CB69C4}" srcId="{4DD38AAF-01EC-46C6-9252-DF3DD6410BE4}" destId="{DD96782C-4696-4837-9C5C-4AB44F39360E}" srcOrd="3" destOrd="0" parTransId="{BF472CF9-4364-47D1-9772-C792B65C10F8}" sibTransId="{50A88BBD-7425-4F1C-9FDA-D7B457AF8DA7}"/>
    <dgm:cxn modelId="{A862239F-ED59-44E8-A905-040E8A3D650F}" srcId="{C4D4CB61-5A74-4285-9D09-1EE2FE2D15E4}" destId="{B61C5C52-46F7-414A-9498-5024C376F6E6}" srcOrd="0" destOrd="0" parTransId="{A246A3F3-7A42-4C7B-91B3-EF7F18F1A35D}" sibTransId="{3A05CDC9-0457-46B9-B6A1-E92C4A1096EE}"/>
    <dgm:cxn modelId="{ABB91AA1-41ED-450F-B604-F3E5794AEFB9}" srcId="{B61C5C52-46F7-414A-9498-5024C376F6E6}" destId="{E91B4A77-392E-4BF4-AD58-EB898794083A}" srcOrd="1" destOrd="0" parTransId="{9372F9EE-7142-452A-BED5-3DCF8FD687FA}" sibTransId="{9D776D8C-EA99-4242-8955-1E3A34DB82B2}"/>
    <dgm:cxn modelId="{2466D5C7-8361-46C2-ABB2-7CDDDF5B7C37}" srcId="{C4D4CB61-5A74-4285-9D09-1EE2FE2D15E4}" destId="{4DD38AAF-01EC-46C6-9252-DF3DD6410BE4}" srcOrd="2" destOrd="0" parTransId="{58FC0B6C-2D02-4A2A-9240-5ED6BA3B893A}" sibTransId="{94797290-845D-41A9-9D57-5D8962F8A0BB}"/>
    <dgm:cxn modelId="{FF6AE4C8-A47D-764F-860B-1FC43CA73288}" type="presOf" srcId="{DD2D0CB2-B7EB-401C-9FDB-536B9942DD3F}" destId="{CAB6B587-E011-1145-935F-FE68A2E4159B}" srcOrd="0" destOrd="1" presId="urn:microsoft.com/office/officeart/2005/8/layout/vList5"/>
    <dgm:cxn modelId="{059639D3-C5BA-41E3-A61D-06ABC722CBB6}" srcId="{4DD38AAF-01EC-46C6-9252-DF3DD6410BE4}" destId="{CA4D7D97-0763-4EC1-8EC3-94DBB4C5788E}" srcOrd="1" destOrd="0" parTransId="{C566265F-E2A1-464E-94C7-3C8CA2D19379}" sibTransId="{D3601E16-37FA-4182-821A-D74E69A6298D}"/>
    <dgm:cxn modelId="{349F91D8-748C-0947-8C08-BADD89940F4E}" type="presOf" srcId="{C4D4CB61-5A74-4285-9D09-1EE2FE2D15E4}" destId="{DA33580C-B2EC-5944-8D0C-D0CED62C6BC7}" srcOrd="0" destOrd="0" presId="urn:microsoft.com/office/officeart/2005/8/layout/vList5"/>
    <dgm:cxn modelId="{4100B9DD-05EC-AA41-B181-189CEDFC378D}" type="presOf" srcId="{B61C5C52-46F7-414A-9498-5024C376F6E6}" destId="{2FA22F67-6493-4140-96F4-4F67D16C5FD8}" srcOrd="0" destOrd="0" presId="urn:microsoft.com/office/officeart/2005/8/layout/vList5"/>
    <dgm:cxn modelId="{511F05F8-34E9-B347-8512-B165F6EEEA8E}" type="presOf" srcId="{E91B4A77-392E-4BF4-AD58-EB898794083A}" destId="{EB911F8C-FDEB-304A-B807-7287DE5EB7F2}" srcOrd="0" destOrd="1" presId="urn:microsoft.com/office/officeart/2005/8/layout/vList5"/>
    <dgm:cxn modelId="{C757CFFC-FB76-411C-A1BE-8695D6653A3C}" srcId="{B61C5C52-46F7-414A-9498-5024C376F6E6}" destId="{68F61FF1-17F1-437A-9DDC-4894A59BB03C}" srcOrd="0" destOrd="0" parTransId="{8BA1EFF2-E52F-466E-85B6-6F4BEBB76026}" sibTransId="{795F919C-A4C7-4897-9DCE-B24504FE406D}"/>
    <dgm:cxn modelId="{3064F8BE-559B-1541-B1C3-0CB9E9E919BF}" type="presParOf" srcId="{DA33580C-B2EC-5944-8D0C-D0CED62C6BC7}" destId="{750C47E9-143C-964C-9EE2-D5CE0A02D686}" srcOrd="0" destOrd="0" presId="urn:microsoft.com/office/officeart/2005/8/layout/vList5"/>
    <dgm:cxn modelId="{55297F05-977D-FF4B-A639-639F6896EB6F}" type="presParOf" srcId="{750C47E9-143C-964C-9EE2-D5CE0A02D686}" destId="{2FA22F67-6493-4140-96F4-4F67D16C5FD8}" srcOrd="0" destOrd="0" presId="urn:microsoft.com/office/officeart/2005/8/layout/vList5"/>
    <dgm:cxn modelId="{9644FE31-450B-C34D-9DAF-3C1D82AB2B3A}" type="presParOf" srcId="{750C47E9-143C-964C-9EE2-D5CE0A02D686}" destId="{EB911F8C-FDEB-304A-B807-7287DE5EB7F2}" srcOrd="1" destOrd="0" presId="urn:microsoft.com/office/officeart/2005/8/layout/vList5"/>
    <dgm:cxn modelId="{50941627-38B8-DF43-858B-22DCB71F5064}" type="presParOf" srcId="{DA33580C-B2EC-5944-8D0C-D0CED62C6BC7}" destId="{5216F2D3-DA19-3D4A-A2BF-38EC28D95487}" srcOrd="1" destOrd="0" presId="urn:microsoft.com/office/officeart/2005/8/layout/vList5"/>
    <dgm:cxn modelId="{D74E8FBA-3933-064E-8A25-6F526AB46C07}" type="presParOf" srcId="{DA33580C-B2EC-5944-8D0C-D0CED62C6BC7}" destId="{770CB9EC-E8B5-C34C-9A21-289E0991DD3C}" srcOrd="2" destOrd="0" presId="urn:microsoft.com/office/officeart/2005/8/layout/vList5"/>
    <dgm:cxn modelId="{9D319AD6-080C-2E4D-B3A5-E1724A3ED424}" type="presParOf" srcId="{770CB9EC-E8B5-C34C-9A21-289E0991DD3C}" destId="{97B1A70A-1AA9-084D-A77D-49BA5E22A354}" srcOrd="0" destOrd="0" presId="urn:microsoft.com/office/officeart/2005/8/layout/vList5"/>
    <dgm:cxn modelId="{B2520AA0-5CDF-AE42-BC20-2961103926BC}" type="presParOf" srcId="{770CB9EC-E8B5-C34C-9A21-289E0991DD3C}" destId="{CAB6B587-E011-1145-935F-FE68A2E4159B}" srcOrd="1" destOrd="0" presId="urn:microsoft.com/office/officeart/2005/8/layout/vList5"/>
    <dgm:cxn modelId="{A803A19B-4484-5847-B957-1F8FBDF2D1D6}" type="presParOf" srcId="{DA33580C-B2EC-5944-8D0C-D0CED62C6BC7}" destId="{02AC03FC-54C5-C844-A1C0-BE2353F4DD0B}" srcOrd="3" destOrd="0" presId="urn:microsoft.com/office/officeart/2005/8/layout/vList5"/>
    <dgm:cxn modelId="{F92232C0-A8D7-EF4B-9678-5069453C7989}" type="presParOf" srcId="{DA33580C-B2EC-5944-8D0C-D0CED62C6BC7}" destId="{52BBE217-A16D-AB4A-A016-5E6259C58F1D}" srcOrd="4" destOrd="0" presId="urn:microsoft.com/office/officeart/2005/8/layout/vList5"/>
    <dgm:cxn modelId="{814F0D91-2651-7642-9B21-089F37389699}" type="presParOf" srcId="{52BBE217-A16D-AB4A-A016-5E6259C58F1D}" destId="{A03E4075-F53C-3D42-871E-84DAEEF90FAC}" srcOrd="0" destOrd="0" presId="urn:microsoft.com/office/officeart/2005/8/layout/vList5"/>
    <dgm:cxn modelId="{E0636365-48A5-784B-985C-12A79EA555C9}" type="presParOf" srcId="{52BBE217-A16D-AB4A-A016-5E6259C58F1D}" destId="{B357A20A-7869-F64B-8207-BBE203D23D20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B911F8C-FDEB-304A-B807-7287DE5EB7F2}">
      <dsp:nvSpPr>
        <dsp:cNvPr id="0" name=""/>
        <dsp:cNvSpPr/>
      </dsp:nvSpPr>
      <dsp:spPr>
        <a:xfrm rot="5400000">
          <a:off x="6410006" y="-2556583"/>
          <a:ext cx="1174387" cy="6585600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/>
            <a:t>Developing User-facing settings pages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/>
            <a:t>Reviewer Application </a:t>
          </a:r>
        </a:p>
      </dsp:txBody>
      <dsp:txXfrm rot="-5400000">
        <a:off x="3704400" y="206352"/>
        <a:ext cx="6528271" cy="1059729"/>
      </dsp:txXfrm>
    </dsp:sp>
    <dsp:sp modelId="{2FA22F67-6493-4140-96F4-4F67D16C5FD8}">
      <dsp:nvSpPr>
        <dsp:cNvPr id="0" name=""/>
        <dsp:cNvSpPr/>
      </dsp:nvSpPr>
      <dsp:spPr>
        <a:xfrm>
          <a:off x="0" y="2224"/>
          <a:ext cx="3704400" cy="146798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59055" rIns="118110" bIns="59055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Frontend User Profile Finalization</a:t>
          </a:r>
        </a:p>
      </dsp:txBody>
      <dsp:txXfrm>
        <a:off x="71661" y="73885"/>
        <a:ext cx="3561078" cy="1324662"/>
      </dsp:txXfrm>
    </dsp:sp>
    <dsp:sp modelId="{CAB6B587-E011-1145-935F-FE68A2E4159B}">
      <dsp:nvSpPr>
        <dsp:cNvPr id="0" name=""/>
        <dsp:cNvSpPr/>
      </dsp:nvSpPr>
      <dsp:spPr>
        <a:xfrm rot="5400000">
          <a:off x="6410006" y="-1015199"/>
          <a:ext cx="1174387" cy="6585600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/>
            <a:t>Creating reviewer approval UI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/>
            <a:t>Review management UI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/>
            <a:t>User management </a:t>
          </a:r>
        </a:p>
      </dsp:txBody>
      <dsp:txXfrm rot="-5400000">
        <a:off x="3704400" y="1747736"/>
        <a:ext cx="6528271" cy="1059729"/>
      </dsp:txXfrm>
    </dsp:sp>
    <dsp:sp modelId="{97B1A70A-1AA9-084D-A77D-49BA5E22A354}">
      <dsp:nvSpPr>
        <dsp:cNvPr id="0" name=""/>
        <dsp:cNvSpPr/>
      </dsp:nvSpPr>
      <dsp:spPr>
        <a:xfrm>
          <a:off x="0" y="1543607"/>
          <a:ext cx="3704400" cy="146798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59055" rIns="118110" bIns="59055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Frontend Admin Dashboard </a:t>
          </a:r>
        </a:p>
      </dsp:txBody>
      <dsp:txXfrm>
        <a:off x="71661" y="1615268"/>
        <a:ext cx="3561078" cy="1324662"/>
      </dsp:txXfrm>
    </dsp:sp>
    <dsp:sp modelId="{B357A20A-7869-F64B-8207-BBE203D23D20}">
      <dsp:nvSpPr>
        <dsp:cNvPr id="0" name=""/>
        <dsp:cNvSpPr/>
      </dsp:nvSpPr>
      <dsp:spPr>
        <a:xfrm rot="5400000">
          <a:off x="6410006" y="526183"/>
          <a:ext cx="1174387" cy="6585600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/>
            <a:t>User management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/>
            <a:t>User vs. Reviewer vs. Admin logic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/>
            <a:t>Profile creation logic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/>
            <a:t>Backend -&gt; Frontend connection API</a:t>
          </a:r>
        </a:p>
      </dsp:txBody>
      <dsp:txXfrm rot="-5400000">
        <a:off x="3704400" y="3289119"/>
        <a:ext cx="6528271" cy="1059729"/>
      </dsp:txXfrm>
    </dsp:sp>
    <dsp:sp modelId="{A03E4075-F53C-3D42-871E-84DAEEF90FAC}">
      <dsp:nvSpPr>
        <dsp:cNvPr id="0" name=""/>
        <dsp:cNvSpPr/>
      </dsp:nvSpPr>
      <dsp:spPr>
        <a:xfrm>
          <a:off x="0" y="3084991"/>
          <a:ext cx="3704400" cy="146798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59055" rIns="118110" bIns="59055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Backend Logic</a:t>
          </a:r>
        </a:p>
      </dsp:txBody>
      <dsp:txXfrm>
        <a:off x="71661" y="3156652"/>
        <a:ext cx="3561078" cy="132466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09E013-51F9-418A-94C7-A78BECA12FBE}" type="datetimeFigureOut">
              <a:t>2/23/26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577642-8CDC-4A5E-AB1D-E3F8A099B59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12422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Ryan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577642-8CDC-4A5E-AB1D-E3F8A099B594}" type="slidenum"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3592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The project </a:t>
            </a:r>
            <a:r>
              <a:rPr lang="en-US" err="1">
                <a:ea typeface="Calibri"/>
                <a:cs typeface="Calibri"/>
              </a:rPr>
              <a:t>Github</a:t>
            </a:r>
            <a:r>
              <a:rPr lang="en-US">
                <a:ea typeface="Calibri"/>
                <a:cs typeface="Calibri"/>
              </a:rPr>
              <a:t> requires an NDA to access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577642-8CDC-4A5E-AB1D-E3F8A099B594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37791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Daniel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577642-8CDC-4A5E-AB1D-E3F8A099B594}" type="slidenum"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233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Daniel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577642-8CDC-4A5E-AB1D-E3F8A099B594}" type="slidenum"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3109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Colleen</a:t>
            </a:r>
          </a:p>
          <a:p>
            <a:r>
              <a:rPr lang="en-US">
                <a:ea typeface="Calibri"/>
                <a:cs typeface="Calibri"/>
              </a:rPr>
              <a:t>"For our achievements we: created frontend functionality for admin, primarily the ability to approve users, improved functionality for users: adding personal info such as height weight, and impairments"</a:t>
            </a:r>
          </a:p>
          <a:p>
            <a:endParaRPr lang="en-US">
              <a:ea typeface="Calibri"/>
              <a:cs typeface="Calibri"/>
            </a:endParaRPr>
          </a:p>
          <a:p>
            <a:r>
              <a:rPr lang="en-US">
                <a:ea typeface="Calibri"/>
                <a:cs typeface="Calibri"/>
              </a:rPr>
              <a:t>"As for Sponsor feedback, they want to add a resources section, want a way to promote users to admin, and want to add security protocols"</a:t>
            </a:r>
          </a:p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577642-8CDC-4A5E-AB1D-E3F8A099B594}" type="slidenum"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963106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Ryan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577642-8CDC-4A5E-AB1D-E3F8A099B594}" type="slidenum"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755696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Nick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577642-8CDC-4A5E-AB1D-E3F8A099B594}" type="slidenum"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33273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Colleen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577642-8CDC-4A5E-AB1D-E3F8A099B594}" type="slidenum"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95552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Sam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577642-8CDC-4A5E-AB1D-E3F8A099B594}" type="slidenum"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342360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Sam</a:t>
            </a:r>
          </a:p>
          <a:p>
            <a:r>
              <a:rPr lang="en-US">
                <a:solidFill>
                  <a:srgbClr val="191919"/>
                </a:solidFill>
              </a:rPr>
              <a:t>Explanation of what is currently implemented. Does not have to be a full blown demo.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577642-8CDC-4A5E-AB1D-E3F8A099B594}" type="slidenum"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3870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691800" y="523400"/>
            <a:ext cx="10808400" cy="5811200"/>
            <a:chOff x="518850" y="392550"/>
            <a:chExt cx="8106300" cy="4358400"/>
          </a:xfrm>
        </p:grpSpPr>
        <p:grpSp>
          <p:nvGrpSpPr>
            <p:cNvPr id="10" name="Google Shape;10;p2"/>
            <p:cNvGrpSpPr/>
            <p:nvPr/>
          </p:nvGrpSpPr>
          <p:grpSpPr>
            <a:xfrm>
              <a:off x="518850" y="392550"/>
              <a:ext cx="8106300" cy="396000"/>
              <a:chOff x="518850" y="385283"/>
              <a:chExt cx="8106300" cy="396000"/>
            </a:xfrm>
          </p:grpSpPr>
          <p:cxnSp>
            <p:nvCxnSpPr>
              <p:cNvPr id="11" name="Google Shape;11;p2"/>
              <p:cNvCxnSpPr/>
              <p:nvPr/>
            </p:nvCxnSpPr>
            <p:spPr>
              <a:xfrm>
                <a:off x="518850" y="390575"/>
                <a:ext cx="8106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" name="Google Shape;12;p2"/>
              <p:cNvCxnSpPr/>
              <p:nvPr/>
            </p:nvCxnSpPr>
            <p:spPr>
              <a:xfrm>
                <a:off x="5188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13" name="Google Shape;13;p2"/>
              <p:cNvCxnSpPr/>
              <p:nvPr/>
            </p:nvCxnSpPr>
            <p:spPr>
              <a:xfrm>
                <a:off x="86251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  <p:grpSp>
          <p:nvGrpSpPr>
            <p:cNvPr id="14" name="Google Shape;14;p2"/>
            <p:cNvGrpSpPr/>
            <p:nvPr/>
          </p:nvGrpSpPr>
          <p:grpSpPr>
            <a:xfrm rot="10800000">
              <a:off x="518850" y="4354950"/>
              <a:ext cx="8106300" cy="396000"/>
              <a:chOff x="518850" y="385283"/>
              <a:chExt cx="8106300" cy="396000"/>
            </a:xfrm>
          </p:grpSpPr>
          <p:cxnSp>
            <p:nvCxnSpPr>
              <p:cNvPr id="15" name="Google Shape;15;p2"/>
              <p:cNvCxnSpPr/>
              <p:nvPr/>
            </p:nvCxnSpPr>
            <p:spPr>
              <a:xfrm>
                <a:off x="518850" y="390575"/>
                <a:ext cx="8106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6" name="Google Shape;16;p2"/>
              <p:cNvCxnSpPr/>
              <p:nvPr/>
            </p:nvCxnSpPr>
            <p:spPr>
              <a:xfrm>
                <a:off x="5188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17" name="Google Shape;17;p2"/>
              <p:cNvCxnSpPr/>
              <p:nvPr/>
            </p:nvCxnSpPr>
            <p:spPr>
              <a:xfrm>
                <a:off x="86251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</p:grpSp>
      <p:sp>
        <p:nvSpPr>
          <p:cNvPr id="18" name="Google Shape;18;p2"/>
          <p:cNvSpPr txBox="1">
            <a:spLocks noGrp="1"/>
          </p:cNvSpPr>
          <p:nvPr>
            <p:ph type="ctrTitle"/>
          </p:nvPr>
        </p:nvSpPr>
        <p:spPr>
          <a:xfrm>
            <a:off x="950967" y="1670569"/>
            <a:ext cx="5826800" cy="286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80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subTitle" idx="1"/>
          </p:nvPr>
        </p:nvSpPr>
        <p:spPr>
          <a:xfrm>
            <a:off x="950967" y="4553031"/>
            <a:ext cx="5826800" cy="63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133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5362257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"/>
          <p:cNvSpPr txBox="1">
            <a:spLocks noGrp="1"/>
          </p:cNvSpPr>
          <p:nvPr>
            <p:ph type="body" idx="1"/>
          </p:nvPr>
        </p:nvSpPr>
        <p:spPr>
          <a:xfrm>
            <a:off x="960000" y="1621000"/>
            <a:ext cx="10281200" cy="53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marL="1219170" lvl="1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marL="1828754" lvl="2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marL="2438339" lvl="3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marL="3047924" lvl="4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marL="3657509" lvl="5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marL="4267093" lvl="6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marL="4876678" lvl="7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marL="5486263" lvl="8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34" name="Google Shape;34;p4"/>
          <p:cNvGrpSpPr/>
          <p:nvPr/>
        </p:nvGrpSpPr>
        <p:grpSpPr>
          <a:xfrm>
            <a:off x="691800" y="523400"/>
            <a:ext cx="10808400" cy="5811200"/>
            <a:chOff x="518850" y="392550"/>
            <a:chExt cx="8106300" cy="4358400"/>
          </a:xfrm>
        </p:grpSpPr>
        <p:grpSp>
          <p:nvGrpSpPr>
            <p:cNvPr id="35" name="Google Shape;35;p4"/>
            <p:cNvGrpSpPr/>
            <p:nvPr/>
          </p:nvGrpSpPr>
          <p:grpSpPr>
            <a:xfrm>
              <a:off x="518850" y="392550"/>
              <a:ext cx="8106300" cy="396000"/>
              <a:chOff x="518850" y="385283"/>
              <a:chExt cx="8106300" cy="396000"/>
            </a:xfrm>
          </p:grpSpPr>
          <p:cxnSp>
            <p:nvCxnSpPr>
              <p:cNvPr id="36" name="Google Shape;36;p4"/>
              <p:cNvCxnSpPr/>
              <p:nvPr/>
            </p:nvCxnSpPr>
            <p:spPr>
              <a:xfrm>
                <a:off x="518850" y="390575"/>
                <a:ext cx="8106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7" name="Google Shape;37;p4"/>
              <p:cNvCxnSpPr/>
              <p:nvPr/>
            </p:nvCxnSpPr>
            <p:spPr>
              <a:xfrm>
                <a:off x="5188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38" name="Google Shape;38;p4"/>
              <p:cNvCxnSpPr/>
              <p:nvPr/>
            </p:nvCxnSpPr>
            <p:spPr>
              <a:xfrm>
                <a:off x="86251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  <p:grpSp>
          <p:nvGrpSpPr>
            <p:cNvPr id="39" name="Google Shape;39;p4"/>
            <p:cNvGrpSpPr/>
            <p:nvPr/>
          </p:nvGrpSpPr>
          <p:grpSpPr>
            <a:xfrm rot="10800000">
              <a:off x="518850" y="4354950"/>
              <a:ext cx="8106300" cy="396000"/>
              <a:chOff x="518850" y="385283"/>
              <a:chExt cx="8106300" cy="396000"/>
            </a:xfrm>
          </p:grpSpPr>
          <p:cxnSp>
            <p:nvCxnSpPr>
              <p:cNvPr id="40" name="Google Shape;40;p4"/>
              <p:cNvCxnSpPr/>
              <p:nvPr/>
            </p:nvCxnSpPr>
            <p:spPr>
              <a:xfrm>
                <a:off x="518850" y="390575"/>
                <a:ext cx="8106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1" name="Google Shape;41;p4"/>
              <p:cNvCxnSpPr/>
              <p:nvPr/>
            </p:nvCxnSpPr>
            <p:spPr>
              <a:xfrm>
                <a:off x="5188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42" name="Google Shape;42;p4"/>
              <p:cNvCxnSpPr/>
              <p:nvPr/>
            </p:nvCxnSpPr>
            <p:spPr>
              <a:xfrm>
                <a:off x="86251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</p:grpSp>
      <p:sp>
        <p:nvSpPr>
          <p:cNvPr id="43" name="Google Shape;43;p4"/>
          <p:cNvSpPr txBox="1">
            <a:spLocks noGrp="1"/>
          </p:cNvSpPr>
          <p:nvPr>
            <p:ph type="title"/>
          </p:nvPr>
        </p:nvSpPr>
        <p:spPr>
          <a:xfrm>
            <a:off x="960000" y="722233"/>
            <a:ext cx="102812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3516361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5"/>
          <p:cNvSpPr txBox="1">
            <a:spLocks noGrp="1"/>
          </p:cNvSpPr>
          <p:nvPr>
            <p:ph type="subTitle" idx="1"/>
          </p:nvPr>
        </p:nvSpPr>
        <p:spPr>
          <a:xfrm>
            <a:off x="4896395" y="3303267"/>
            <a:ext cx="3656000" cy="221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6" name="Google Shape;46;p5"/>
          <p:cNvSpPr txBox="1">
            <a:spLocks noGrp="1"/>
          </p:cNvSpPr>
          <p:nvPr>
            <p:ph type="subTitle" idx="2"/>
          </p:nvPr>
        </p:nvSpPr>
        <p:spPr>
          <a:xfrm>
            <a:off x="960000" y="3303267"/>
            <a:ext cx="3656000" cy="221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7" name="Google Shape;47;p5"/>
          <p:cNvSpPr txBox="1">
            <a:spLocks noGrp="1"/>
          </p:cNvSpPr>
          <p:nvPr>
            <p:ph type="subTitle" idx="3"/>
          </p:nvPr>
        </p:nvSpPr>
        <p:spPr>
          <a:xfrm>
            <a:off x="960000" y="2436800"/>
            <a:ext cx="3656000" cy="74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8" name="Google Shape;48;p5"/>
          <p:cNvSpPr txBox="1">
            <a:spLocks noGrp="1"/>
          </p:cNvSpPr>
          <p:nvPr>
            <p:ph type="subTitle" idx="4"/>
          </p:nvPr>
        </p:nvSpPr>
        <p:spPr>
          <a:xfrm>
            <a:off x="4896391" y="2436800"/>
            <a:ext cx="3656000" cy="74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grpSp>
        <p:nvGrpSpPr>
          <p:cNvPr id="49" name="Google Shape;49;p5"/>
          <p:cNvGrpSpPr/>
          <p:nvPr/>
        </p:nvGrpSpPr>
        <p:grpSpPr>
          <a:xfrm>
            <a:off x="691800" y="523400"/>
            <a:ext cx="10808400" cy="5811200"/>
            <a:chOff x="518850" y="392550"/>
            <a:chExt cx="8106300" cy="4358400"/>
          </a:xfrm>
        </p:grpSpPr>
        <p:grpSp>
          <p:nvGrpSpPr>
            <p:cNvPr id="50" name="Google Shape;50;p5"/>
            <p:cNvGrpSpPr/>
            <p:nvPr/>
          </p:nvGrpSpPr>
          <p:grpSpPr>
            <a:xfrm>
              <a:off x="518850" y="392550"/>
              <a:ext cx="8106300" cy="396000"/>
              <a:chOff x="518850" y="385283"/>
              <a:chExt cx="8106300" cy="396000"/>
            </a:xfrm>
          </p:grpSpPr>
          <p:cxnSp>
            <p:nvCxnSpPr>
              <p:cNvPr id="51" name="Google Shape;51;p5"/>
              <p:cNvCxnSpPr/>
              <p:nvPr/>
            </p:nvCxnSpPr>
            <p:spPr>
              <a:xfrm>
                <a:off x="518850" y="390575"/>
                <a:ext cx="8106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2" name="Google Shape;52;p5"/>
              <p:cNvCxnSpPr/>
              <p:nvPr/>
            </p:nvCxnSpPr>
            <p:spPr>
              <a:xfrm>
                <a:off x="5188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53" name="Google Shape;53;p5"/>
              <p:cNvCxnSpPr/>
              <p:nvPr/>
            </p:nvCxnSpPr>
            <p:spPr>
              <a:xfrm>
                <a:off x="86251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  <p:grpSp>
          <p:nvGrpSpPr>
            <p:cNvPr id="54" name="Google Shape;54;p5"/>
            <p:cNvGrpSpPr/>
            <p:nvPr/>
          </p:nvGrpSpPr>
          <p:grpSpPr>
            <a:xfrm rot="10800000">
              <a:off x="518850" y="4354950"/>
              <a:ext cx="8106300" cy="396000"/>
              <a:chOff x="518850" y="385283"/>
              <a:chExt cx="8106300" cy="396000"/>
            </a:xfrm>
          </p:grpSpPr>
          <p:cxnSp>
            <p:nvCxnSpPr>
              <p:cNvPr id="55" name="Google Shape;55;p5"/>
              <p:cNvCxnSpPr/>
              <p:nvPr/>
            </p:nvCxnSpPr>
            <p:spPr>
              <a:xfrm>
                <a:off x="518850" y="390575"/>
                <a:ext cx="8106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6" name="Google Shape;56;p5"/>
              <p:cNvCxnSpPr/>
              <p:nvPr/>
            </p:nvCxnSpPr>
            <p:spPr>
              <a:xfrm>
                <a:off x="5188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57" name="Google Shape;57;p5"/>
              <p:cNvCxnSpPr/>
              <p:nvPr/>
            </p:nvCxnSpPr>
            <p:spPr>
              <a:xfrm>
                <a:off x="86251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</p:grpSp>
      <p:sp>
        <p:nvSpPr>
          <p:cNvPr id="58" name="Google Shape;58;p5"/>
          <p:cNvSpPr txBox="1">
            <a:spLocks noGrp="1"/>
          </p:cNvSpPr>
          <p:nvPr>
            <p:ph type="title"/>
          </p:nvPr>
        </p:nvSpPr>
        <p:spPr>
          <a:xfrm>
            <a:off x="960000" y="722233"/>
            <a:ext cx="102812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3624137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" name="Google Shape;60;p6"/>
          <p:cNvGrpSpPr/>
          <p:nvPr/>
        </p:nvGrpSpPr>
        <p:grpSpPr>
          <a:xfrm>
            <a:off x="691800" y="523400"/>
            <a:ext cx="10808400" cy="5811200"/>
            <a:chOff x="518850" y="392550"/>
            <a:chExt cx="8106300" cy="4358400"/>
          </a:xfrm>
        </p:grpSpPr>
        <p:grpSp>
          <p:nvGrpSpPr>
            <p:cNvPr id="61" name="Google Shape;61;p6"/>
            <p:cNvGrpSpPr/>
            <p:nvPr/>
          </p:nvGrpSpPr>
          <p:grpSpPr>
            <a:xfrm>
              <a:off x="518850" y="392550"/>
              <a:ext cx="8106300" cy="396000"/>
              <a:chOff x="518850" y="385283"/>
              <a:chExt cx="8106300" cy="396000"/>
            </a:xfrm>
          </p:grpSpPr>
          <p:cxnSp>
            <p:nvCxnSpPr>
              <p:cNvPr id="62" name="Google Shape;62;p6"/>
              <p:cNvCxnSpPr/>
              <p:nvPr/>
            </p:nvCxnSpPr>
            <p:spPr>
              <a:xfrm>
                <a:off x="518850" y="390575"/>
                <a:ext cx="8106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3" name="Google Shape;63;p6"/>
              <p:cNvCxnSpPr/>
              <p:nvPr/>
            </p:nvCxnSpPr>
            <p:spPr>
              <a:xfrm>
                <a:off x="5188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64" name="Google Shape;64;p6"/>
              <p:cNvCxnSpPr/>
              <p:nvPr/>
            </p:nvCxnSpPr>
            <p:spPr>
              <a:xfrm>
                <a:off x="86251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  <p:grpSp>
          <p:nvGrpSpPr>
            <p:cNvPr id="65" name="Google Shape;65;p6"/>
            <p:cNvGrpSpPr/>
            <p:nvPr/>
          </p:nvGrpSpPr>
          <p:grpSpPr>
            <a:xfrm rot="10800000">
              <a:off x="518850" y="4354950"/>
              <a:ext cx="8106300" cy="396000"/>
              <a:chOff x="518850" y="385283"/>
              <a:chExt cx="8106300" cy="396000"/>
            </a:xfrm>
          </p:grpSpPr>
          <p:cxnSp>
            <p:nvCxnSpPr>
              <p:cNvPr id="66" name="Google Shape;66;p6"/>
              <p:cNvCxnSpPr/>
              <p:nvPr/>
            </p:nvCxnSpPr>
            <p:spPr>
              <a:xfrm>
                <a:off x="518850" y="390575"/>
                <a:ext cx="8106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7" name="Google Shape;67;p6"/>
              <p:cNvCxnSpPr/>
              <p:nvPr/>
            </p:nvCxnSpPr>
            <p:spPr>
              <a:xfrm>
                <a:off x="5188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68" name="Google Shape;68;p6"/>
              <p:cNvCxnSpPr/>
              <p:nvPr/>
            </p:nvCxnSpPr>
            <p:spPr>
              <a:xfrm>
                <a:off x="86251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</p:grpSp>
      <p:sp>
        <p:nvSpPr>
          <p:cNvPr id="69" name="Google Shape;69;p6"/>
          <p:cNvSpPr txBox="1">
            <a:spLocks noGrp="1"/>
          </p:cNvSpPr>
          <p:nvPr>
            <p:ph type="title"/>
          </p:nvPr>
        </p:nvSpPr>
        <p:spPr>
          <a:xfrm>
            <a:off x="960000" y="722233"/>
            <a:ext cx="102812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7273892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7"/>
          <p:cNvSpPr txBox="1">
            <a:spLocks noGrp="1"/>
          </p:cNvSpPr>
          <p:nvPr>
            <p:ph type="subTitle" idx="1"/>
          </p:nvPr>
        </p:nvSpPr>
        <p:spPr>
          <a:xfrm>
            <a:off x="950967" y="2534484"/>
            <a:ext cx="5742000" cy="264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72" name="Google Shape;72;p7"/>
          <p:cNvSpPr txBox="1">
            <a:spLocks noGrp="1"/>
          </p:cNvSpPr>
          <p:nvPr>
            <p:ph type="title"/>
          </p:nvPr>
        </p:nvSpPr>
        <p:spPr>
          <a:xfrm>
            <a:off x="950967" y="1679917"/>
            <a:ext cx="5742000" cy="85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73" name="Google Shape;73;p7"/>
          <p:cNvSpPr>
            <a:spLocks noGrp="1"/>
          </p:cNvSpPr>
          <p:nvPr>
            <p:ph type="pic" idx="2"/>
          </p:nvPr>
        </p:nvSpPr>
        <p:spPr>
          <a:xfrm>
            <a:off x="6692967" y="1286768"/>
            <a:ext cx="2938000" cy="42844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74" name="Google Shape;74;p7"/>
          <p:cNvGrpSpPr/>
          <p:nvPr/>
        </p:nvGrpSpPr>
        <p:grpSpPr>
          <a:xfrm>
            <a:off x="691800" y="523400"/>
            <a:ext cx="10808400" cy="5811200"/>
            <a:chOff x="518850" y="392550"/>
            <a:chExt cx="8106300" cy="4358400"/>
          </a:xfrm>
        </p:grpSpPr>
        <p:grpSp>
          <p:nvGrpSpPr>
            <p:cNvPr id="75" name="Google Shape;75;p7"/>
            <p:cNvGrpSpPr/>
            <p:nvPr/>
          </p:nvGrpSpPr>
          <p:grpSpPr>
            <a:xfrm>
              <a:off x="518850" y="392550"/>
              <a:ext cx="8106300" cy="396000"/>
              <a:chOff x="518850" y="385283"/>
              <a:chExt cx="8106300" cy="396000"/>
            </a:xfrm>
          </p:grpSpPr>
          <p:cxnSp>
            <p:nvCxnSpPr>
              <p:cNvPr id="76" name="Google Shape;76;p7"/>
              <p:cNvCxnSpPr/>
              <p:nvPr/>
            </p:nvCxnSpPr>
            <p:spPr>
              <a:xfrm>
                <a:off x="518850" y="390575"/>
                <a:ext cx="8106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7" name="Google Shape;77;p7"/>
              <p:cNvCxnSpPr/>
              <p:nvPr/>
            </p:nvCxnSpPr>
            <p:spPr>
              <a:xfrm>
                <a:off x="5188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78" name="Google Shape;78;p7"/>
              <p:cNvCxnSpPr/>
              <p:nvPr/>
            </p:nvCxnSpPr>
            <p:spPr>
              <a:xfrm>
                <a:off x="86251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  <p:grpSp>
          <p:nvGrpSpPr>
            <p:cNvPr id="79" name="Google Shape;79;p7"/>
            <p:cNvGrpSpPr/>
            <p:nvPr/>
          </p:nvGrpSpPr>
          <p:grpSpPr>
            <a:xfrm rot="10800000">
              <a:off x="518850" y="4354950"/>
              <a:ext cx="8106300" cy="396000"/>
              <a:chOff x="518850" y="385283"/>
              <a:chExt cx="8106300" cy="396000"/>
            </a:xfrm>
          </p:grpSpPr>
          <p:cxnSp>
            <p:nvCxnSpPr>
              <p:cNvPr id="80" name="Google Shape;80;p7"/>
              <p:cNvCxnSpPr/>
              <p:nvPr/>
            </p:nvCxnSpPr>
            <p:spPr>
              <a:xfrm>
                <a:off x="518850" y="390575"/>
                <a:ext cx="8106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1" name="Google Shape;81;p7"/>
              <p:cNvCxnSpPr/>
              <p:nvPr/>
            </p:nvCxnSpPr>
            <p:spPr>
              <a:xfrm>
                <a:off x="5188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82" name="Google Shape;82;p7"/>
              <p:cNvCxnSpPr/>
              <p:nvPr/>
            </p:nvCxnSpPr>
            <p:spPr>
              <a:xfrm>
                <a:off x="86251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</p:grpSp>
    </p:spTree>
    <p:extLst>
      <p:ext uri="{BB962C8B-B14F-4D97-AF65-F5344CB8AC3E}">
        <p14:creationId xmlns:p14="http://schemas.microsoft.com/office/powerpoint/2010/main" val="40609976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8"/>
          <p:cNvSpPr txBox="1">
            <a:spLocks noGrp="1"/>
          </p:cNvSpPr>
          <p:nvPr>
            <p:ph type="title"/>
          </p:nvPr>
        </p:nvSpPr>
        <p:spPr>
          <a:xfrm>
            <a:off x="3090600" y="1742800"/>
            <a:ext cx="6010800" cy="337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85" name="Google Shape;85;p8"/>
          <p:cNvGrpSpPr/>
          <p:nvPr/>
        </p:nvGrpSpPr>
        <p:grpSpPr>
          <a:xfrm>
            <a:off x="691800" y="523400"/>
            <a:ext cx="10808400" cy="5811200"/>
            <a:chOff x="518850" y="392550"/>
            <a:chExt cx="8106300" cy="4358400"/>
          </a:xfrm>
        </p:grpSpPr>
        <p:grpSp>
          <p:nvGrpSpPr>
            <p:cNvPr id="86" name="Google Shape;86;p8"/>
            <p:cNvGrpSpPr/>
            <p:nvPr/>
          </p:nvGrpSpPr>
          <p:grpSpPr>
            <a:xfrm>
              <a:off x="518850" y="392550"/>
              <a:ext cx="8106300" cy="396000"/>
              <a:chOff x="518850" y="385283"/>
              <a:chExt cx="8106300" cy="396000"/>
            </a:xfrm>
          </p:grpSpPr>
          <p:cxnSp>
            <p:nvCxnSpPr>
              <p:cNvPr id="87" name="Google Shape;87;p8"/>
              <p:cNvCxnSpPr/>
              <p:nvPr/>
            </p:nvCxnSpPr>
            <p:spPr>
              <a:xfrm>
                <a:off x="518850" y="390575"/>
                <a:ext cx="8106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8" name="Google Shape;88;p8"/>
              <p:cNvCxnSpPr/>
              <p:nvPr/>
            </p:nvCxnSpPr>
            <p:spPr>
              <a:xfrm>
                <a:off x="5188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89" name="Google Shape;89;p8"/>
              <p:cNvCxnSpPr/>
              <p:nvPr/>
            </p:nvCxnSpPr>
            <p:spPr>
              <a:xfrm>
                <a:off x="86251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  <p:grpSp>
          <p:nvGrpSpPr>
            <p:cNvPr id="90" name="Google Shape;90;p8"/>
            <p:cNvGrpSpPr/>
            <p:nvPr/>
          </p:nvGrpSpPr>
          <p:grpSpPr>
            <a:xfrm rot="10800000">
              <a:off x="518850" y="4354950"/>
              <a:ext cx="8106300" cy="396000"/>
              <a:chOff x="518850" y="385283"/>
              <a:chExt cx="8106300" cy="396000"/>
            </a:xfrm>
          </p:grpSpPr>
          <p:cxnSp>
            <p:nvCxnSpPr>
              <p:cNvPr id="91" name="Google Shape;91;p8"/>
              <p:cNvCxnSpPr/>
              <p:nvPr/>
            </p:nvCxnSpPr>
            <p:spPr>
              <a:xfrm>
                <a:off x="518850" y="390575"/>
                <a:ext cx="8106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2" name="Google Shape;92;p8"/>
              <p:cNvCxnSpPr/>
              <p:nvPr/>
            </p:nvCxnSpPr>
            <p:spPr>
              <a:xfrm>
                <a:off x="5188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93" name="Google Shape;93;p8"/>
              <p:cNvCxnSpPr/>
              <p:nvPr/>
            </p:nvCxnSpPr>
            <p:spPr>
              <a:xfrm>
                <a:off x="86251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</p:grpSp>
    </p:spTree>
    <p:extLst>
      <p:ext uri="{BB962C8B-B14F-4D97-AF65-F5344CB8AC3E}">
        <p14:creationId xmlns:p14="http://schemas.microsoft.com/office/powerpoint/2010/main" val="10996328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9"/>
          <p:cNvSpPr txBox="1">
            <a:spLocks noGrp="1"/>
          </p:cNvSpPr>
          <p:nvPr>
            <p:ph type="title"/>
          </p:nvPr>
        </p:nvSpPr>
        <p:spPr>
          <a:xfrm>
            <a:off x="2847400" y="1630185"/>
            <a:ext cx="6497200" cy="261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6" name="Google Shape;96;p9"/>
          <p:cNvSpPr txBox="1">
            <a:spLocks noGrp="1"/>
          </p:cNvSpPr>
          <p:nvPr>
            <p:ph type="subTitle" idx="1"/>
          </p:nvPr>
        </p:nvSpPr>
        <p:spPr>
          <a:xfrm>
            <a:off x="2847400" y="4452585"/>
            <a:ext cx="6497200" cy="89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grpSp>
        <p:nvGrpSpPr>
          <p:cNvPr id="97" name="Google Shape;97;p9"/>
          <p:cNvGrpSpPr/>
          <p:nvPr/>
        </p:nvGrpSpPr>
        <p:grpSpPr>
          <a:xfrm>
            <a:off x="691800" y="523400"/>
            <a:ext cx="10808400" cy="5811200"/>
            <a:chOff x="518850" y="392550"/>
            <a:chExt cx="8106300" cy="4358400"/>
          </a:xfrm>
        </p:grpSpPr>
        <p:grpSp>
          <p:nvGrpSpPr>
            <p:cNvPr id="98" name="Google Shape;98;p9"/>
            <p:cNvGrpSpPr/>
            <p:nvPr/>
          </p:nvGrpSpPr>
          <p:grpSpPr>
            <a:xfrm>
              <a:off x="518850" y="392550"/>
              <a:ext cx="8106300" cy="396000"/>
              <a:chOff x="518850" y="385283"/>
              <a:chExt cx="8106300" cy="396000"/>
            </a:xfrm>
          </p:grpSpPr>
          <p:cxnSp>
            <p:nvCxnSpPr>
              <p:cNvPr id="99" name="Google Shape;99;p9"/>
              <p:cNvCxnSpPr/>
              <p:nvPr/>
            </p:nvCxnSpPr>
            <p:spPr>
              <a:xfrm>
                <a:off x="518850" y="390575"/>
                <a:ext cx="8106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0" name="Google Shape;100;p9"/>
              <p:cNvCxnSpPr/>
              <p:nvPr/>
            </p:nvCxnSpPr>
            <p:spPr>
              <a:xfrm>
                <a:off x="5188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101" name="Google Shape;101;p9"/>
              <p:cNvCxnSpPr/>
              <p:nvPr/>
            </p:nvCxnSpPr>
            <p:spPr>
              <a:xfrm>
                <a:off x="86251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  <p:grpSp>
          <p:nvGrpSpPr>
            <p:cNvPr id="102" name="Google Shape;102;p9"/>
            <p:cNvGrpSpPr/>
            <p:nvPr/>
          </p:nvGrpSpPr>
          <p:grpSpPr>
            <a:xfrm rot="10800000">
              <a:off x="518850" y="4354950"/>
              <a:ext cx="8106300" cy="396000"/>
              <a:chOff x="518850" y="385283"/>
              <a:chExt cx="8106300" cy="396000"/>
            </a:xfrm>
          </p:grpSpPr>
          <p:cxnSp>
            <p:nvCxnSpPr>
              <p:cNvPr id="103" name="Google Shape;103;p9"/>
              <p:cNvCxnSpPr/>
              <p:nvPr/>
            </p:nvCxnSpPr>
            <p:spPr>
              <a:xfrm>
                <a:off x="518850" y="390575"/>
                <a:ext cx="8106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4" name="Google Shape;104;p9"/>
              <p:cNvCxnSpPr/>
              <p:nvPr/>
            </p:nvCxnSpPr>
            <p:spPr>
              <a:xfrm>
                <a:off x="5188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105" name="Google Shape;105;p9"/>
              <p:cNvCxnSpPr/>
              <p:nvPr/>
            </p:nvCxnSpPr>
            <p:spPr>
              <a:xfrm>
                <a:off x="86251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</p:grpSp>
    </p:spTree>
    <p:extLst>
      <p:ext uri="{BB962C8B-B14F-4D97-AF65-F5344CB8AC3E}">
        <p14:creationId xmlns:p14="http://schemas.microsoft.com/office/powerpoint/2010/main" val="35833437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0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8" name="Google Shape;108;p10"/>
          <p:cNvSpPr txBox="1">
            <a:spLocks noGrp="1"/>
          </p:cNvSpPr>
          <p:nvPr>
            <p:ph type="title"/>
          </p:nvPr>
        </p:nvSpPr>
        <p:spPr>
          <a:xfrm>
            <a:off x="960000" y="5352600"/>
            <a:ext cx="10272000" cy="763600"/>
          </a:xfrm>
          <a:prstGeom prst="rect">
            <a:avLst/>
          </a:prstGeom>
          <a:solidFill>
            <a:schemeClr val="accen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9675211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1"/>
          <p:cNvSpPr txBox="1">
            <a:spLocks noGrp="1"/>
          </p:cNvSpPr>
          <p:nvPr>
            <p:ph type="title" hasCustomPrompt="1"/>
          </p:nvPr>
        </p:nvSpPr>
        <p:spPr>
          <a:xfrm>
            <a:off x="4147333" y="2376817"/>
            <a:ext cx="7093600" cy="124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600"/>
              <a:buNone/>
              <a:defRPr sz="6133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9pPr>
          </a:lstStyle>
          <a:p>
            <a:r>
              <a:t>xx%</a:t>
            </a:r>
          </a:p>
        </p:txBody>
      </p:sp>
      <p:sp>
        <p:nvSpPr>
          <p:cNvPr id="111" name="Google Shape;111;p11"/>
          <p:cNvSpPr txBox="1">
            <a:spLocks noGrp="1"/>
          </p:cNvSpPr>
          <p:nvPr>
            <p:ph type="subTitle" idx="1"/>
          </p:nvPr>
        </p:nvSpPr>
        <p:spPr>
          <a:xfrm>
            <a:off x="4147333" y="3818383"/>
            <a:ext cx="7093600" cy="66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grpSp>
        <p:nvGrpSpPr>
          <p:cNvPr id="112" name="Google Shape;112;p11"/>
          <p:cNvGrpSpPr/>
          <p:nvPr/>
        </p:nvGrpSpPr>
        <p:grpSpPr>
          <a:xfrm>
            <a:off x="691800" y="523400"/>
            <a:ext cx="10808400" cy="5811200"/>
            <a:chOff x="518850" y="392550"/>
            <a:chExt cx="8106300" cy="4358400"/>
          </a:xfrm>
        </p:grpSpPr>
        <p:grpSp>
          <p:nvGrpSpPr>
            <p:cNvPr id="113" name="Google Shape;113;p11"/>
            <p:cNvGrpSpPr/>
            <p:nvPr/>
          </p:nvGrpSpPr>
          <p:grpSpPr>
            <a:xfrm>
              <a:off x="518850" y="392550"/>
              <a:ext cx="8106300" cy="396000"/>
              <a:chOff x="518850" y="385283"/>
              <a:chExt cx="8106300" cy="396000"/>
            </a:xfrm>
          </p:grpSpPr>
          <p:cxnSp>
            <p:nvCxnSpPr>
              <p:cNvPr id="114" name="Google Shape;114;p11"/>
              <p:cNvCxnSpPr/>
              <p:nvPr/>
            </p:nvCxnSpPr>
            <p:spPr>
              <a:xfrm>
                <a:off x="518850" y="390575"/>
                <a:ext cx="8106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5" name="Google Shape;115;p11"/>
              <p:cNvCxnSpPr/>
              <p:nvPr/>
            </p:nvCxnSpPr>
            <p:spPr>
              <a:xfrm>
                <a:off x="5188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116" name="Google Shape;116;p11"/>
              <p:cNvCxnSpPr/>
              <p:nvPr/>
            </p:nvCxnSpPr>
            <p:spPr>
              <a:xfrm>
                <a:off x="86251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  <p:grpSp>
          <p:nvGrpSpPr>
            <p:cNvPr id="117" name="Google Shape;117;p11"/>
            <p:cNvGrpSpPr/>
            <p:nvPr/>
          </p:nvGrpSpPr>
          <p:grpSpPr>
            <a:xfrm rot="10800000">
              <a:off x="518850" y="4354950"/>
              <a:ext cx="8106300" cy="396000"/>
              <a:chOff x="518850" y="385283"/>
              <a:chExt cx="8106300" cy="396000"/>
            </a:xfrm>
          </p:grpSpPr>
          <p:cxnSp>
            <p:nvCxnSpPr>
              <p:cNvPr id="118" name="Google Shape;118;p11"/>
              <p:cNvCxnSpPr/>
              <p:nvPr/>
            </p:nvCxnSpPr>
            <p:spPr>
              <a:xfrm>
                <a:off x="518850" y="390575"/>
                <a:ext cx="8106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9" name="Google Shape;119;p11"/>
              <p:cNvCxnSpPr/>
              <p:nvPr/>
            </p:nvCxnSpPr>
            <p:spPr>
              <a:xfrm>
                <a:off x="5188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120" name="Google Shape;120;p11"/>
              <p:cNvCxnSpPr/>
              <p:nvPr/>
            </p:nvCxnSpPr>
            <p:spPr>
              <a:xfrm>
                <a:off x="86251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</p:grpSp>
    </p:spTree>
    <p:extLst>
      <p:ext uri="{BB962C8B-B14F-4D97-AF65-F5344CB8AC3E}">
        <p14:creationId xmlns:p14="http://schemas.microsoft.com/office/powerpoint/2010/main" val="14973718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694141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able of contents"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3"/>
          <p:cNvSpPr txBox="1">
            <a:spLocks noGrp="1"/>
          </p:cNvSpPr>
          <p:nvPr>
            <p:ph type="title" hasCustomPrompt="1"/>
          </p:nvPr>
        </p:nvSpPr>
        <p:spPr>
          <a:xfrm>
            <a:off x="960000" y="1872900"/>
            <a:ext cx="1015600" cy="596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124" name="Google Shape;124;p13"/>
          <p:cNvSpPr txBox="1">
            <a:spLocks noGrp="1"/>
          </p:cNvSpPr>
          <p:nvPr>
            <p:ph type="title" idx="2" hasCustomPrompt="1"/>
          </p:nvPr>
        </p:nvSpPr>
        <p:spPr>
          <a:xfrm>
            <a:off x="960000" y="4088917"/>
            <a:ext cx="1015600" cy="596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125" name="Google Shape;125;p13"/>
          <p:cNvSpPr txBox="1">
            <a:spLocks noGrp="1"/>
          </p:cNvSpPr>
          <p:nvPr>
            <p:ph type="title" idx="3" hasCustomPrompt="1"/>
          </p:nvPr>
        </p:nvSpPr>
        <p:spPr>
          <a:xfrm>
            <a:off x="3612237" y="1872900"/>
            <a:ext cx="1015600" cy="596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126" name="Google Shape;126;p13"/>
          <p:cNvSpPr txBox="1">
            <a:spLocks noGrp="1"/>
          </p:cNvSpPr>
          <p:nvPr>
            <p:ph type="title" idx="4" hasCustomPrompt="1"/>
          </p:nvPr>
        </p:nvSpPr>
        <p:spPr>
          <a:xfrm>
            <a:off x="3612237" y="4088917"/>
            <a:ext cx="1015600" cy="596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127" name="Google Shape;127;p13"/>
          <p:cNvSpPr txBox="1">
            <a:spLocks noGrp="1"/>
          </p:cNvSpPr>
          <p:nvPr>
            <p:ph type="title" idx="5" hasCustomPrompt="1"/>
          </p:nvPr>
        </p:nvSpPr>
        <p:spPr>
          <a:xfrm>
            <a:off x="6264473" y="1872900"/>
            <a:ext cx="1015600" cy="596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128" name="Google Shape;128;p13"/>
          <p:cNvSpPr txBox="1">
            <a:spLocks noGrp="1"/>
          </p:cNvSpPr>
          <p:nvPr>
            <p:ph type="title" idx="6" hasCustomPrompt="1"/>
          </p:nvPr>
        </p:nvSpPr>
        <p:spPr>
          <a:xfrm>
            <a:off x="6264473" y="4088917"/>
            <a:ext cx="1015600" cy="596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129" name="Google Shape;129;p13"/>
          <p:cNvSpPr txBox="1">
            <a:spLocks noGrp="1"/>
          </p:cNvSpPr>
          <p:nvPr>
            <p:ph type="subTitle" idx="1"/>
          </p:nvPr>
        </p:nvSpPr>
        <p:spPr>
          <a:xfrm>
            <a:off x="960000" y="2469691"/>
            <a:ext cx="2125200" cy="98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30" name="Google Shape;130;p13"/>
          <p:cNvSpPr txBox="1">
            <a:spLocks noGrp="1"/>
          </p:cNvSpPr>
          <p:nvPr>
            <p:ph type="subTitle" idx="7"/>
          </p:nvPr>
        </p:nvSpPr>
        <p:spPr>
          <a:xfrm>
            <a:off x="3612237" y="2469691"/>
            <a:ext cx="2125200" cy="98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31" name="Google Shape;131;p13"/>
          <p:cNvSpPr txBox="1">
            <a:spLocks noGrp="1"/>
          </p:cNvSpPr>
          <p:nvPr>
            <p:ph type="subTitle" idx="8"/>
          </p:nvPr>
        </p:nvSpPr>
        <p:spPr>
          <a:xfrm>
            <a:off x="6264473" y="2469691"/>
            <a:ext cx="2125200" cy="98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32" name="Google Shape;132;p13"/>
          <p:cNvSpPr txBox="1">
            <a:spLocks noGrp="1"/>
          </p:cNvSpPr>
          <p:nvPr>
            <p:ph type="subTitle" idx="9"/>
          </p:nvPr>
        </p:nvSpPr>
        <p:spPr>
          <a:xfrm>
            <a:off x="960000" y="4685664"/>
            <a:ext cx="2125200" cy="98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33" name="Google Shape;133;p13"/>
          <p:cNvSpPr txBox="1">
            <a:spLocks noGrp="1"/>
          </p:cNvSpPr>
          <p:nvPr>
            <p:ph type="subTitle" idx="13"/>
          </p:nvPr>
        </p:nvSpPr>
        <p:spPr>
          <a:xfrm>
            <a:off x="3612237" y="4685664"/>
            <a:ext cx="2125200" cy="98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34" name="Google Shape;134;p13"/>
          <p:cNvSpPr txBox="1">
            <a:spLocks noGrp="1"/>
          </p:cNvSpPr>
          <p:nvPr>
            <p:ph type="subTitle" idx="14"/>
          </p:nvPr>
        </p:nvSpPr>
        <p:spPr>
          <a:xfrm>
            <a:off x="6264473" y="4685664"/>
            <a:ext cx="2125200" cy="98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grpSp>
        <p:nvGrpSpPr>
          <p:cNvPr id="135" name="Google Shape;135;p13"/>
          <p:cNvGrpSpPr/>
          <p:nvPr/>
        </p:nvGrpSpPr>
        <p:grpSpPr>
          <a:xfrm>
            <a:off x="691800" y="523400"/>
            <a:ext cx="10808400" cy="5811200"/>
            <a:chOff x="518850" y="392550"/>
            <a:chExt cx="8106300" cy="4358400"/>
          </a:xfrm>
        </p:grpSpPr>
        <p:grpSp>
          <p:nvGrpSpPr>
            <p:cNvPr id="136" name="Google Shape;136;p13"/>
            <p:cNvGrpSpPr/>
            <p:nvPr/>
          </p:nvGrpSpPr>
          <p:grpSpPr>
            <a:xfrm>
              <a:off x="518850" y="392550"/>
              <a:ext cx="8106300" cy="396000"/>
              <a:chOff x="518850" y="385283"/>
              <a:chExt cx="8106300" cy="396000"/>
            </a:xfrm>
          </p:grpSpPr>
          <p:cxnSp>
            <p:nvCxnSpPr>
              <p:cNvPr id="137" name="Google Shape;137;p13"/>
              <p:cNvCxnSpPr/>
              <p:nvPr/>
            </p:nvCxnSpPr>
            <p:spPr>
              <a:xfrm>
                <a:off x="518850" y="390575"/>
                <a:ext cx="8106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8" name="Google Shape;138;p13"/>
              <p:cNvCxnSpPr/>
              <p:nvPr/>
            </p:nvCxnSpPr>
            <p:spPr>
              <a:xfrm>
                <a:off x="5188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139" name="Google Shape;139;p13"/>
              <p:cNvCxnSpPr/>
              <p:nvPr/>
            </p:nvCxnSpPr>
            <p:spPr>
              <a:xfrm>
                <a:off x="86251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  <p:grpSp>
          <p:nvGrpSpPr>
            <p:cNvPr id="140" name="Google Shape;140;p13"/>
            <p:cNvGrpSpPr/>
            <p:nvPr/>
          </p:nvGrpSpPr>
          <p:grpSpPr>
            <a:xfrm rot="10800000">
              <a:off x="518850" y="4354950"/>
              <a:ext cx="8106300" cy="396000"/>
              <a:chOff x="518850" y="385283"/>
              <a:chExt cx="8106300" cy="396000"/>
            </a:xfrm>
          </p:grpSpPr>
          <p:cxnSp>
            <p:nvCxnSpPr>
              <p:cNvPr id="141" name="Google Shape;141;p13"/>
              <p:cNvCxnSpPr/>
              <p:nvPr/>
            </p:nvCxnSpPr>
            <p:spPr>
              <a:xfrm>
                <a:off x="518850" y="390575"/>
                <a:ext cx="8106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2" name="Google Shape;142;p13"/>
              <p:cNvCxnSpPr/>
              <p:nvPr/>
            </p:nvCxnSpPr>
            <p:spPr>
              <a:xfrm>
                <a:off x="5188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143" name="Google Shape;143;p13"/>
              <p:cNvCxnSpPr/>
              <p:nvPr/>
            </p:nvCxnSpPr>
            <p:spPr>
              <a:xfrm>
                <a:off x="86251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</p:grpSp>
      <p:sp>
        <p:nvSpPr>
          <p:cNvPr id="144" name="Google Shape;144;p13"/>
          <p:cNvSpPr txBox="1">
            <a:spLocks noGrp="1"/>
          </p:cNvSpPr>
          <p:nvPr>
            <p:ph type="title" idx="15"/>
          </p:nvPr>
        </p:nvSpPr>
        <p:spPr>
          <a:xfrm>
            <a:off x="960000" y="722233"/>
            <a:ext cx="102812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9635484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Title and text"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4"/>
          <p:cNvSpPr txBox="1">
            <a:spLocks noGrp="1"/>
          </p:cNvSpPr>
          <p:nvPr>
            <p:ph type="title"/>
          </p:nvPr>
        </p:nvSpPr>
        <p:spPr>
          <a:xfrm>
            <a:off x="5010733" y="2582767"/>
            <a:ext cx="4310800" cy="76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47" name="Google Shape;147;p14"/>
          <p:cNvSpPr txBox="1">
            <a:spLocks noGrp="1"/>
          </p:cNvSpPr>
          <p:nvPr>
            <p:ph type="subTitle" idx="1"/>
          </p:nvPr>
        </p:nvSpPr>
        <p:spPr>
          <a:xfrm>
            <a:off x="5010733" y="3244767"/>
            <a:ext cx="4310800" cy="131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grpSp>
        <p:nvGrpSpPr>
          <p:cNvPr id="148" name="Google Shape;148;p14"/>
          <p:cNvGrpSpPr/>
          <p:nvPr/>
        </p:nvGrpSpPr>
        <p:grpSpPr>
          <a:xfrm>
            <a:off x="691800" y="523400"/>
            <a:ext cx="10808400" cy="5811200"/>
            <a:chOff x="518850" y="392550"/>
            <a:chExt cx="8106300" cy="4358400"/>
          </a:xfrm>
        </p:grpSpPr>
        <p:grpSp>
          <p:nvGrpSpPr>
            <p:cNvPr id="149" name="Google Shape;149;p14"/>
            <p:cNvGrpSpPr/>
            <p:nvPr/>
          </p:nvGrpSpPr>
          <p:grpSpPr>
            <a:xfrm>
              <a:off x="518850" y="392550"/>
              <a:ext cx="8106300" cy="396000"/>
              <a:chOff x="518850" y="385283"/>
              <a:chExt cx="8106300" cy="396000"/>
            </a:xfrm>
          </p:grpSpPr>
          <p:cxnSp>
            <p:nvCxnSpPr>
              <p:cNvPr id="150" name="Google Shape;150;p14"/>
              <p:cNvCxnSpPr/>
              <p:nvPr/>
            </p:nvCxnSpPr>
            <p:spPr>
              <a:xfrm>
                <a:off x="518850" y="390575"/>
                <a:ext cx="8106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1" name="Google Shape;151;p14"/>
              <p:cNvCxnSpPr/>
              <p:nvPr/>
            </p:nvCxnSpPr>
            <p:spPr>
              <a:xfrm>
                <a:off x="5188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152" name="Google Shape;152;p14"/>
              <p:cNvCxnSpPr/>
              <p:nvPr/>
            </p:nvCxnSpPr>
            <p:spPr>
              <a:xfrm>
                <a:off x="86251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  <p:grpSp>
          <p:nvGrpSpPr>
            <p:cNvPr id="153" name="Google Shape;153;p14"/>
            <p:cNvGrpSpPr/>
            <p:nvPr/>
          </p:nvGrpSpPr>
          <p:grpSpPr>
            <a:xfrm rot="10800000">
              <a:off x="518850" y="4354950"/>
              <a:ext cx="8106300" cy="396000"/>
              <a:chOff x="518850" y="385283"/>
              <a:chExt cx="8106300" cy="396000"/>
            </a:xfrm>
          </p:grpSpPr>
          <p:cxnSp>
            <p:nvCxnSpPr>
              <p:cNvPr id="154" name="Google Shape;154;p14"/>
              <p:cNvCxnSpPr/>
              <p:nvPr/>
            </p:nvCxnSpPr>
            <p:spPr>
              <a:xfrm>
                <a:off x="518850" y="390575"/>
                <a:ext cx="8106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5" name="Google Shape;155;p14"/>
              <p:cNvCxnSpPr/>
              <p:nvPr/>
            </p:nvCxnSpPr>
            <p:spPr>
              <a:xfrm>
                <a:off x="5188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156" name="Google Shape;156;p14"/>
              <p:cNvCxnSpPr/>
              <p:nvPr/>
            </p:nvCxnSpPr>
            <p:spPr>
              <a:xfrm>
                <a:off x="86251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</p:grpSp>
    </p:spTree>
    <p:extLst>
      <p:ext uri="{BB962C8B-B14F-4D97-AF65-F5344CB8AC3E}">
        <p14:creationId xmlns:p14="http://schemas.microsoft.com/office/powerpoint/2010/main" val="107708334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Title and three columns"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5"/>
          <p:cNvSpPr txBox="1">
            <a:spLocks noGrp="1"/>
          </p:cNvSpPr>
          <p:nvPr>
            <p:ph type="subTitle" idx="1"/>
          </p:nvPr>
        </p:nvSpPr>
        <p:spPr>
          <a:xfrm>
            <a:off x="1202467" y="3338167"/>
            <a:ext cx="2928800" cy="222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9" name="Google Shape;159;p15"/>
          <p:cNvSpPr txBox="1">
            <a:spLocks noGrp="1"/>
          </p:cNvSpPr>
          <p:nvPr>
            <p:ph type="subTitle" idx="2"/>
          </p:nvPr>
        </p:nvSpPr>
        <p:spPr>
          <a:xfrm>
            <a:off x="4631509" y="3338167"/>
            <a:ext cx="2928800" cy="222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0" name="Google Shape;160;p15"/>
          <p:cNvSpPr txBox="1">
            <a:spLocks noGrp="1"/>
          </p:cNvSpPr>
          <p:nvPr>
            <p:ph type="subTitle" idx="3"/>
          </p:nvPr>
        </p:nvSpPr>
        <p:spPr>
          <a:xfrm>
            <a:off x="8060561" y="3338167"/>
            <a:ext cx="2928800" cy="222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1" name="Google Shape;161;p15"/>
          <p:cNvSpPr txBox="1">
            <a:spLocks noGrp="1"/>
          </p:cNvSpPr>
          <p:nvPr>
            <p:ph type="subTitle" idx="4"/>
          </p:nvPr>
        </p:nvSpPr>
        <p:spPr>
          <a:xfrm>
            <a:off x="1202467" y="2145633"/>
            <a:ext cx="2928800" cy="106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2" name="Google Shape;162;p15"/>
          <p:cNvSpPr txBox="1">
            <a:spLocks noGrp="1"/>
          </p:cNvSpPr>
          <p:nvPr>
            <p:ph type="subTitle" idx="5"/>
          </p:nvPr>
        </p:nvSpPr>
        <p:spPr>
          <a:xfrm>
            <a:off x="4631515" y="2145633"/>
            <a:ext cx="2928800" cy="106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3" name="Google Shape;163;p15"/>
          <p:cNvSpPr txBox="1">
            <a:spLocks noGrp="1"/>
          </p:cNvSpPr>
          <p:nvPr>
            <p:ph type="subTitle" idx="6"/>
          </p:nvPr>
        </p:nvSpPr>
        <p:spPr>
          <a:xfrm>
            <a:off x="8060561" y="2145633"/>
            <a:ext cx="2928800" cy="106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grpSp>
        <p:nvGrpSpPr>
          <p:cNvPr id="164" name="Google Shape;164;p15"/>
          <p:cNvGrpSpPr/>
          <p:nvPr/>
        </p:nvGrpSpPr>
        <p:grpSpPr>
          <a:xfrm>
            <a:off x="691800" y="523400"/>
            <a:ext cx="10808400" cy="5811200"/>
            <a:chOff x="518850" y="392550"/>
            <a:chExt cx="8106300" cy="4358400"/>
          </a:xfrm>
        </p:grpSpPr>
        <p:grpSp>
          <p:nvGrpSpPr>
            <p:cNvPr id="165" name="Google Shape;165;p15"/>
            <p:cNvGrpSpPr/>
            <p:nvPr/>
          </p:nvGrpSpPr>
          <p:grpSpPr>
            <a:xfrm>
              <a:off x="518850" y="392550"/>
              <a:ext cx="8106300" cy="396000"/>
              <a:chOff x="518850" y="385283"/>
              <a:chExt cx="8106300" cy="396000"/>
            </a:xfrm>
          </p:grpSpPr>
          <p:cxnSp>
            <p:nvCxnSpPr>
              <p:cNvPr id="166" name="Google Shape;166;p15"/>
              <p:cNvCxnSpPr/>
              <p:nvPr/>
            </p:nvCxnSpPr>
            <p:spPr>
              <a:xfrm>
                <a:off x="518850" y="390575"/>
                <a:ext cx="8106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67" name="Google Shape;167;p15"/>
              <p:cNvCxnSpPr/>
              <p:nvPr/>
            </p:nvCxnSpPr>
            <p:spPr>
              <a:xfrm>
                <a:off x="5188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168" name="Google Shape;168;p15"/>
              <p:cNvCxnSpPr/>
              <p:nvPr/>
            </p:nvCxnSpPr>
            <p:spPr>
              <a:xfrm>
                <a:off x="86251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  <p:grpSp>
          <p:nvGrpSpPr>
            <p:cNvPr id="169" name="Google Shape;169;p15"/>
            <p:cNvGrpSpPr/>
            <p:nvPr/>
          </p:nvGrpSpPr>
          <p:grpSpPr>
            <a:xfrm rot="10800000">
              <a:off x="518850" y="4354950"/>
              <a:ext cx="8106300" cy="396000"/>
              <a:chOff x="518850" y="385283"/>
              <a:chExt cx="8106300" cy="396000"/>
            </a:xfrm>
          </p:grpSpPr>
          <p:cxnSp>
            <p:nvCxnSpPr>
              <p:cNvPr id="170" name="Google Shape;170;p15"/>
              <p:cNvCxnSpPr/>
              <p:nvPr/>
            </p:nvCxnSpPr>
            <p:spPr>
              <a:xfrm>
                <a:off x="518850" y="390575"/>
                <a:ext cx="8106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71" name="Google Shape;171;p15"/>
              <p:cNvCxnSpPr/>
              <p:nvPr/>
            </p:nvCxnSpPr>
            <p:spPr>
              <a:xfrm>
                <a:off x="5188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172" name="Google Shape;172;p15"/>
              <p:cNvCxnSpPr/>
              <p:nvPr/>
            </p:nvCxnSpPr>
            <p:spPr>
              <a:xfrm>
                <a:off x="86251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</p:grpSp>
      <p:sp>
        <p:nvSpPr>
          <p:cNvPr id="173" name="Google Shape;173;p15"/>
          <p:cNvSpPr txBox="1">
            <a:spLocks noGrp="1"/>
          </p:cNvSpPr>
          <p:nvPr>
            <p:ph type="title"/>
          </p:nvPr>
        </p:nvSpPr>
        <p:spPr>
          <a:xfrm>
            <a:off x="960000" y="722233"/>
            <a:ext cx="102812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43811557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Title and four columns"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6"/>
          <p:cNvSpPr txBox="1">
            <a:spLocks noGrp="1"/>
          </p:cNvSpPr>
          <p:nvPr>
            <p:ph type="subTitle" idx="1"/>
          </p:nvPr>
        </p:nvSpPr>
        <p:spPr>
          <a:xfrm>
            <a:off x="3095673" y="2331867"/>
            <a:ext cx="3797600" cy="144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6" name="Google Shape;176;p16"/>
          <p:cNvSpPr txBox="1">
            <a:spLocks noGrp="1"/>
          </p:cNvSpPr>
          <p:nvPr>
            <p:ph type="subTitle" idx="2"/>
          </p:nvPr>
        </p:nvSpPr>
        <p:spPr>
          <a:xfrm>
            <a:off x="7486541" y="2331867"/>
            <a:ext cx="3797600" cy="144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7" name="Google Shape;177;p16"/>
          <p:cNvSpPr txBox="1">
            <a:spLocks noGrp="1"/>
          </p:cNvSpPr>
          <p:nvPr>
            <p:ph type="subTitle" idx="3"/>
          </p:nvPr>
        </p:nvSpPr>
        <p:spPr>
          <a:xfrm>
            <a:off x="3095672" y="4545967"/>
            <a:ext cx="3797600" cy="144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8" name="Google Shape;178;p16"/>
          <p:cNvSpPr txBox="1">
            <a:spLocks noGrp="1"/>
          </p:cNvSpPr>
          <p:nvPr>
            <p:ph type="subTitle" idx="4"/>
          </p:nvPr>
        </p:nvSpPr>
        <p:spPr>
          <a:xfrm>
            <a:off x="7486541" y="4545967"/>
            <a:ext cx="3797600" cy="144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9" name="Google Shape;179;p16"/>
          <p:cNvSpPr txBox="1">
            <a:spLocks noGrp="1"/>
          </p:cNvSpPr>
          <p:nvPr>
            <p:ph type="subTitle" idx="5"/>
          </p:nvPr>
        </p:nvSpPr>
        <p:spPr>
          <a:xfrm>
            <a:off x="3095672" y="1839133"/>
            <a:ext cx="3797600" cy="502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80" name="Google Shape;180;p16"/>
          <p:cNvSpPr txBox="1">
            <a:spLocks noGrp="1"/>
          </p:cNvSpPr>
          <p:nvPr>
            <p:ph type="subTitle" idx="6"/>
          </p:nvPr>
        </p:nvSpPr>
        <p:spPr>
          <a:xfrm>
            <a:off x="3095672" y="4053333"/>
            <a:ext cx="3797600" cy="502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81" name="Google Shape;181;p16"/>
          <p:cNvSpPr txBox="1">
            <a:spLocks noGrp="1"/>
          </p:cNvSpPr>
          <p:nvPr>
            <p:ph type="subTitle" idx="7"/>
          </p:nvPr>
        </p:nvSpPr>
        <p:spPr>
          <a:xfrm>
            <a:off x="7486505" y="1839133"/>
            <a:ext cx="3797600" cy="502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82" name="Google Shape;182;p16"/>
          <p:cNvSpPr txBox="1">
            <a:spLocks noGrp="1"/>
          </p:cNvSpPr>
          <p:nvPr>
            <p:ph type="subTitle" idx="8"/>
          </p:nvPr>
        </p:nvSpPr>
        <p:spPr>
          <a:xfrm>
            <a:off x="7486505" y="4053333"/>
            <a:ext cx="3797600" cy="502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grpSp>
        <p:nvGrpSpPr>
          <p:cNvPr id="183" name="Google Shape;183;p16"/>
          <p:cNvGrpSpPr/>
          <p:nvPr/>
        </p:nvGrpSpPr>
        <p:grpSpPr>
          <a:xfrm>
            <a:off x="691800" y="523400"/>
            <a:ext cx="10808400" cy="5811200"/>
            <a:chOff x="518850" y="392550"/>
            <a:chExt cx="8106300" cy="4358400"/>
          </a:xfrm>
        </p:grpSpPr>
        <p:grpSp>
          <p:nvGrpSpPr>
            <p:cNvPr id="184" name="Google Shape;184;p16"/>
            <p:cNvGrpSpPr/>
            <p:nvPr/>
          </p:nvGrpSpPr>
          <p:grpSpPr>
            <a:xfrm>
              <a:off x="518850" y="392550"/>
              <a:ext cx="8106300" cy="396000"/>
              <a:chOff x="518850" y="385283"/>
              <a:chExt cx="8106300" cy="396000"/>
            </a:xfrm>
          </p:grpSpPr>
          <p:cxnSp>
            <p:nvCxnSpPr>
              <p:cNvPr id="185" name="Google Shape;185;p16"/>
              <p:cNvCxnSpPr/>
              <p:nvPr/>
            </p:nvCxnSpPr>
            <p:spPr>
              <a:xfrm>
                <a:off x="518850" y="390575"/>
                <a:ext cx="8106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6" name="Google Shape;186;p16"/>
              <p:cNvCxnSpPr/>
              <p:nvPr/>
            </p:nvCxnSpPr>
            <p:spPr>
              <a:xfrm>
                <a:off x="5188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187" name="Google Shape;187;p16"/>
              <p:cNvCxnSpPr/>
              <p:nvPr/>
            </p:nvCxnSpPr>
            <p:spPr>
              <a:xfrm>
                <a:off x="86251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  <p:grpSp>
          <p:nvGrpSpPr>
            <p:cNvPr id="188" name="Google Shape;188;p16"/>
            <p:cNvGrpSpPr/>
            <p:nvPr/>
          </p:nvGrpSpPr>
          <p:grpSpPr>
            <a:xfrm rot="10800000">
              <a:off x="518850" y="4354950"/>
              <a:ext cx="8106300" cy="396000"/>
              <a:chOff x="518850" y="385283"/>
              <a:chExt cx="8106300" cy="396000"/>
            </a:xfrm>
          </p:grpSpPr>
          <p:cxnSp>
            <p:nvCxnSpPr>
              <p:cNvPr id="189" name="Google Shape;189;p16"/>
              <p:cNvCxnSpPr/>
              <p:nvPr/>
            </p:nvCxnSpPr>
            <p:spPr>
              <a:xfrm>
                <a:off x="518850" y="390575"/>
                <a:ext cx="8106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0" name="Google Shape;190;p16"/>
              <p:cNvCxnSpPr/>
              <p:nvPr/>
            </p:nvCxnSpPr>
            <p:spPr>
              <a:xfrm>
                <a:off x="5188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191" name="Google Shape;191;p16"/>
              <p:cNvCxnSpPr/>
              <p:nvPr/>
            </p:nvCxnSpPr>
            <p:spPr>
              <a:xfrm>
                <a:off x="86251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</p:grpSp>
      <p:sp>
        <p:nvSpPr>
          <p:cNvPr id="192" name="Google Shape;192;p16"/>
          <p:cNvSpPr txBox="1">
            <a:spLocks noGrp="1"/>
          </p:cNvSpPr>
          <p:nvPr>
            <p:ph type="title"/>
          </p:nvPr>
        </p:nvSpPr>
        <p:spPr>
          <a:xfrm>
            <a:off x="960000" y="722233"/>
            <a:ext cx="102812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43633424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Title and six columns"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7"/>
          <p:cNvSpPr txBox="1">
            <a:spLocks noGrp="1"/>
          </p:cNvSpPr>
          <p:nvPr>
            <p:ph type="subTitle" idx="1"/>
          </p:nvPr>
        </p:nvSpPr>
        <p:spPr>
          <a:xfrm>
            <a:off x="960000" y="2280228"/>
            <a:ext cx="2882800" cy="14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95" name="Google Shape;195;p17"/>
          <p:cNvSpPr txBox="1">
            <a:spLocks noGrp="1"/>
          </p:cNvSpPr>
          <p:nvPr>
            <p:ph type="subTitle" idx="2"/>
          </p:nvPr>
        </p:nvSpPr>
        <p:spPr>
          <a:xfrm>
            <a:off x="4654600" y="2280199"/>
            <a:ext cx="2882800" cy="14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96" name="Google Shape;196;p17"/>
          <p:cNvSpPr txBox="1">
            <a:spLocks noGrp="1"/>
          </p:cNvSpPr>
          <p:nvPr>
            <p:ph type="subTitle" idx="3"/>
          </p:nvPr>
        </p:nvSpPr>
        <p:spPr>
          <a:xfrm>
            <a:off x="960000" y="4665067"/>
            <a:ext cx="2882800" cy="14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97" name="Google Shape;197;p17"/>
          <p:cNvSpPr txBox="1">
            <a:spLocks noGrp="1"/>
          </p:cNvSpPr>
          <p:nvPr>
            <p:ph type="subTitle" idx="4"/>
          </p:nvPr>
        </p:nvSpPr>
        <p:spPr>
          <a:xfrm>
            <a:off x="4654600" y="4665061"/>
            <a:ext cx="2882800" cy="14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98" name="Google Shape;198;p17"/>
          <p:cNvSpPr txBox="1">
            <a:spLocks noGrp="1"/>
          </p:cNvSpPr>
          <p:nvPr>
            <p:ph type="subTitle" idx="5"/>
          </p:nvPr>
        </p:nvSpPr>
        <p:spPr>
          <a:xfrm>
            <a:off x="8358225" y="2280199"/>
            <a:ext cx="2882800" cy="14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99" name="Google Shape;199;p17"/>
          <p:cNvSpPr txBox="1">
            <a:spLocks noGrp="1"/>
          </p:cNvSpPr>
          <p:nvPr>
            <p:ph type="subTitle" idx="6"/>
          </p:nvPr>
        </p:nvSpPr>
        <p:spPr>
          <a:xfrm>
            <a:off x="8358225" y="4665061"/>
            <a:ext cx="2882800" cy="14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00" name="Google Shape;200;p17"/>
          <p:cNvSpPr txBox="1">
            <a:spLocks noGrp="1"/>
          </p:cNvSpPr>
          <p:nvPr>
            <p:ph type="subTitle" idx="7"/>
          </p:nvPr>
        </p:nvSpPr>
        <p:spPr>
          <a:xfrm>
            <a:off x="960000" y="1356967"/>
            <a:ext cx="2882800" cy="92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01" name="Google Shape;201;p17"/>
          <p:cNvSpPr txBox="1">
            <a:spLocks noGrp="1"/>
          </p:cNvSpPr>
          <p:nvPr>
            <p:ph type="subTitle" idx="8"/>
          </p:nvPr>
        </p:nvSpPr>
        <p:spPr>
          <a:xfrm>
            <a:off x="4654600" y="1356967"/>
            <a:ext cx="2882800" cy="92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02" name="Google Shape;202;p17"/>
          <p:cNvSpPr txBox="1">
            <a:spLocks noGrp="1"/>
          </p:cNvSpPr>
          <p:nvPr>
            <p:ph type="subTitle" idx="9"/>
          </p:nvPr>
        </p:nvSpPr>
        <p:spPr>
          <a:xfrm>
            <a:off x="8358225" y="1356967"/>
            <a:ext cx="2882800" cy="92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03" name="Google Shape;203;p17"/>
          <p:cNvSpPr txBox="1">
            <a:spLocks noGrp="1"/>
          </p:cNvSpPr>
          <p:nvPr>
            <p:ph type="subTitle" idx="13"/>
          </p:nvPr>
        </p:nvSpPr>
        <p:spPr>
          <a:xfrm>
            <a:off x="960000" y="3737463"/>
            <a:ext cx="2882800" cy="92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04" name="Google Shape;204;p17"/>
          <p:cNvSpPr txBox="1">
            <a:spLocks noGrp="1"/>
          </p:cNvSpPr>
          <p:nvPr>
            <p:ph type="subTitle" idx="14"/>
          </p:nvPr>
        </p:nvSpPr>
        <p:spPr>
          <a:xfrm>
            <a:off x="4654600" y="3737463"/>
            <a:ext cx="2882800" cy="92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05" name="Google Shape;205;p17"/>
          <p:cNvSpPr txBox="1">
            <a:spLocks noGrp="1"/>
          </p:cNvSpPr>
          <p:nvPr>
            <p:ph type="subTitle" idx="15"/>
          </p:nvPr>
        </p:nvSpPr>
        <p:spPr>
          <a:xfrm>
            <a:off x="8358225" y="3737463"/>
            <a:ext cx="2882800" cy="92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grpSp>
        <p:nvGrpSpPr>
          <p:cNvPr id="206" name="Google Shape;206;p17"/>
          <p:cNvGrpSpPr/>
          <p:nvPr/>
        </p:nvGrpSpPr>
        <p:grpSpPr>
          <a:xfrm>
            <a:off x="691800" y="523400"/>
            <a:ext cx="10808400" cy="5811200"/>
            <a:chOff x="518850" y="392550"/>
            <a:chExt cx="8106300" cy="4358400"/>
          </a:xfrm>
        </p:grpSpPr>
        <p:grpSp>
          <p:nvGrpSpPr>
            <p:cNvPr id="207" name="Google Shape;207;p17"/>
            <p:cNvGrpSpPr/>
            <p:nvPr/>
          </p:nvGrpSpPr>
          <p:grpSpPr>
            <a:xfrm>
              <a:off x="518850" y="392550"/>
              <a:ext cx="8106300" cy="396000"/>
              <a:chOff x="518850" y="385283"/>
              <a:chExt cx="8106300" cy="396000"/>
            </a:xfrm>
          </p:grpSpPr>
          <p:cxnSp>
            <p:nvCxnSpPr>
              <p:cNvPr id="208" name="Google Shape;208;p17"/>
              <p:cNvCxnSpPr/>
              <p:nvPr/>
            </p:nvCxnSpPr>
            <p:spPr>
              <a:xfrm>
                <a:off x="518850" y="390575"/>
                <a:ext cx="8106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09" name="Google Shape;209;p17"/>
              <p:cNvCxnSpPr/>
              <p:nvPr/>
            </p:nvCxnSpPr>
            <p:spPr>
              <a:xfrm>
                <a:off x="5188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210" name="Google Shape;210;p17"/>
              <p:cNvCxnSpPr/>
              <p:nvPr/>
            </p:nvCxnSpPr>
            <p:spPr>
              <a:xfrm>
                <a:off x="86251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  <p:grpSp>
          <p:nvGrpSpPr>
            <p:cNvPr id="211" name="Google Shape;211;p17"/>
            <p:cNvGrpSpPr/>
            <p:nvPr/>
          </p:nvGrpSpPr>
          <p:grpSpPr>
            <a:xfrm rot="10800000">
              <a:off x="518850" y="4354950"/>
              <a:ext cx="8106300" cy="396000"/>
              <a:chOff x="518850" y="385283"/>
              <a:chExt cx="8106300" cy="396000"/>
            </a:xfrm>
          </p:grpSpPr>
          <p:cxnSp>
            <p:nvCxnSpPr>
              <p:cNvPr id="212" name="Google Shape;212;p17"/>
              <p:cNvCxnSpPr/>
              <p:nvPr/>
            </p:nvCxnSpPr>
            <p:spPr>
              <a:xfrm>
                <a:off x="518850" y="390575"/>
                <a:ext cx="8106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13" name="Google Shape;213;p17"/>
              <p:cNvCxnSpPr/>
              <p:nvPr/>
            </p:nvCxnSpPr>
            <p:spPr>
              <a:xfrm>
                <a:off x="5188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214" name="Google Shape;214;p17"/>
              <p:cNvCxnSpPr/>
              <p:nvPr/>
            </p:nvCxnSpPr>
            <p:spPr>
              <a:xfrm>
                <a:off x="86251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</p:grpSp>
      <p:sp>
        <p:nvSpPr>
          <p:cNvPr id="215" name="Google Shape;215;p17"/>
          <p:cNvSpPr txBox="1">
            <a:spLocks noGrp="1"/>
          </p:cNvSpPr>
          <p:nvPr>
            <p:ph type="title"/>
          </p:nvPr>
        </p:nvSpPr>
        <p:spPr>
          <a:xfrm>
            <a:off x="960000" y="722233"/>
            <a:ext cx="102812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7516943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Thanks"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8"/>
          <p:cNvSpPr txBox="1">
            <a:spLocks noGrp="1"/>
          </p:cNvSpPr>
          <p:nvPr>
            <p:ph type="title"/>
          </p:nvPr>
        </p:nvSpPr>
        <p:spPr>
          <a:xfrm>
            <a:off x="5310217" y="719333"/>
            <a:ext cx="5930800" cy="141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8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18" name="Google Shape;218;p18"/>
          <p:cNvSpPr txBox="1">
            <a:spLocks noGrp="1"/>
          </p:cNvSpPr>
          <p:nvPr>
            <p:ph type="subTitle" idx="1"/>
          </p:nvPr>
        </p:nvSpPr>
        <p:spPr>
          <a:xfrm>
            <a:off x="5310167" y="2293233"/>
            <a:ext cx="5930800" cy="141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19" name="Google Shape;219;p18"/>
          <p:cNvSpPr txBox="1"/>
          <p:nvPr/>
        </p:nvSpPr>
        <p:spPr>
          <a:xfrm>
            <a:off x="5310000" y="4815933"/>
            <a:ext cx="5930800" cy="74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" sz="1333" b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CREDITS:</a:t>
            </a:r>
            <a:r>
              <a:rPr lang="en" sz="1333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This presentation template was created by </a:t>
            </a:r>
            <a:r>
              <a:rPr lang="en" sz="1333" b="1" u="sng">
                <a:solidFill>
                  <a:schemeClr val="hlink"/>
                </a:solidFill>
                <a:latin typeface="Open Sans"/>
                <a:ea typeface="Open Sans"/>
                <a:cs typeface="Open Sans"/>
                <a:sym typeface="Open Sans"/>
                <a:hlinkClick r:id="rId2"/>
              </a:rPr>
              <a:t>Slidesgo</a:t>
            </a:r>
            <a:r>
              <a:rPr lang="en" sz="1333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, and includes icons by </a:t>
            </a:r>
            <a:r>
              <a:rPr lang="en" sz="1333" b="1" u="sng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333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, and infographics &amp; images by </a:t>
            </a:r>
            <a:r>
              <a:rPr lang="en" sz="1333" b="1" u="sng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333" u="sng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endParaRPr sz="1333" b="1" u="sng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220" name="Google Shape;220;p18"/>
          <p:cNvGrpSpPr/>
          <p:nvPr/>
        </p:nvGrpSpPr>
        <p:grpSpPr>
          <a:xfrm>
            <a:off x="691800" y="523400"/>
            <a:ext cx="10808400" cy="5811200"/>
            <a:chOff x="518850" y="392550"/>
            <a:chExt cx="8106300" cy="4358400"/>
          </a:xfrm>
        </p:grpSpPr>
        <p:grpSp>
          <p:nvGrpSpPr>
            <p:cNvPr id="221" name="Google Shape;221;p18"/>
            <p:cNvGrpSpPr/>
            <p:nvPr/>
          </p:nvGrpSpPr>
          <p:grpSpPr>
            <a:xfrm>
              <a:off x="518850" y="392550"/>
              <a:ext cx="8106300" cy="396000"/>
              <a:chOff x="518850" y="385283"/>
              <a:chExt cx="8106300" cy="396000"/>
            </a:xfrm>
          </p:grpSpPr>
          <p:cxnSp>
            <p:nvCxnSpPr>
              <p:cNvPr id="222" name="Google Shape;222;p18"/>
              <p:cNvCxnSpPr/>
              <p:nvPr/>
            </p:nvCxnSpPr>
            <p:spPr>
              <a:xfrm>
                <a:off x="518850" y="390575"/>
                <a:ext cx="8106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3" name="Google Shape;223;p18"/>
              <p:cNvCxnSpPr/>
              <p:nvPr/>
            </p:nvCxnSpPr>
            <p:spPr>
              <a:xfrm>
                <a:off x="5188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224" name="Google Shape;224;p18"/>
              <p:cNvCxnSpPr/>
              <p:nvPr/>
            </p:nvCxnSpPr>
            <p:spPr>
              <a:xfrm>
                <a:off x="86251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  <p:grpSp>
          <p:nvGrpSpPr>
            <p:cNvPr id="225" name="Google Shape;225;p18"/>
            <p:cNvGrpSpPr/>
            <p:nvPr/>
          </p:nvGrpSpPr>
          <p:grpSpPr>
            <a:xfrm rot="10800000">
              <a:off x="518850" y="4354950"/>
              <a:ext cx="8106300" cy="396000"/>
              <a:chOff x="518850" y="385283"/>
              <a:chExt cx="8106300" cy="396000"/>
            </a:xfrm>
          </p:grpSpPr>
          <p:cxnSp>
            <p:nvCxnSpPr>
              <p:cNvPr id="226" name="Google Shape;226;p18"/>
              <p:cNvCxnSpPr/>
              <p:nvPr/>
            </p:nvCxnSpPr>
            <p:spPr>
              <a:xfrm>
                <a:off x="518850" y="390575"/>
                <a:ext cx="8106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7" name="Google Shape;227;p18"/>
              <p:cNvCxnSpPr/>
              <p:nvPr/>
            </p:nvCxnSpPr>
            <p:spPr>
              <a:xfrm>
                <a:off x="5188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228" name="Google Shape;228;p18"/>
              <p:cNvCxnSpPr/>
              <p:nvPr/>
            </p:nvCxnSpPr>
            <p:spPr>
              <a:xfrm>
                <a:off x="86251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</p:grpSp>
    </p:spTree>
    <p:extLst>
      <p:ext uri="{BB962C8B-B14F-4D97-AF65-F5344CB8AC3E}">
        <p14:creationId xmlns:p14="http://schemas.microsoft.com/office/powerpoint/2010/main" val="323877861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ackground"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0" name="Google Shape;230;p19"/>
          <p:cNvGrpSpPr/>
          <p:nvPr/>
        </p:nvGrpSpPr>
        <p:grpSpPr>
          <a:xfrm>
            <a:off x="691800" y="523400"/>
            <a:ext cx="10808400" cy="5811200"/>
            <a:chOff x="518850" y="392550"/>
            <a:chExt cx="8106300" cy="4358400"/>
          </a:xfrm>
        </p:grpSpPr>
        <p:grpSp>
          <p:nvGrpSpPr>
            <p:cNvPr id="231" name="Google Shape;231;p19"/>
            <p:cNvGrpSpPr/>
            <p:nvPr/>
          </p:nvGrpSpPr>
          <p:grpSpPr>
            <a:xfrm>
              <a:off x="518850" y="392550"/>
              <a:ext cx="8106300" cy="396000"/>
              <a:chOff x="518850" y="385283"/>
              <a:chExt cx="8106300" cy="396000"/>
            </a:xfrm>
          </p:grpSpPr>
          <p:cxnSp>
            <p:nvCxnSpPr>
              <p:cNvPr id="232" name="Google Shape;232;p19"/>
              <p:cNvCxnSpPr/>
              <p:nvPr/>
            </p:nvCxnSpPr>
            <p:spPr>
              <a:xfrm>
                <a:off x="518850" y="390575"/>
                <a:ext cx="8106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33" name="Google Shape;233;p19"/>
              <p:cNvCxnSpPr/>
              <p:nvPr/>
            </p:nvCxnSpPr>
            <p:spPr>
              <a:xfrm>
                <a:off x="5188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234" name="Google Shape;234;p19"/>
              <p:cNvCxnSpPr/>
              <p:nvPr/>
            </p:nvCxnSpPr>
            <p:spPr>
              <a:xfrm>
                <a:off x="86251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  <p:grpSp>
          <p:nvGrpSpPr>
            <p:cNvPr id="235" name="Google Shape;235;p19"/>
            <p:cNvGrpSpPr/>
            <p:nvPr/>
          </p:nvGrpSpPr>
          <p:grpSpPr>
            <a:xfrm rot="10800000">
              <a:off x="518850" y="4354950"/>
              <a:ext cx="8106300" cy="396000"/>
              <a:chOff x="518850" y="385283"/>
              <a:chExt cx="8106300" cy="396000"/>
            </a:xfrm>
          </p:grpSpPr>
          <p:cxnSp>
            <p:nvCxnSpPr>
              <p:cNvPr id="236" name="Google Shape;236;p19"/>
              <p:cNvCxnSpPr/>
              <p:nvPr/>
            </p:nvCxnSpPr>
            <p:spPr>
              <a:xfrm>
                <a:off x="518850" y="390575"/>
                <a:ext cx="8106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37" name="Google Shape;237;p19"/>
              <p:cNvCxnSpPr/>
              <p:nvPr/>
            </p:nvCxnSpPr>
            <p:spPr>
              <a:xfrm>
                <a:off x="5188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238" name="Google Shape;238;p19"/>
              <p:cNvCxnSpPr/>
              <p:nvPr/>
            </p:nvCxnSpPr>
            <p:spPr>
              <a:xfrm>
                <a:off x="86251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</p:grpSp>
      <p:grpSp>
        <p:nvGrpSpPr>
          <p:cNvPr id="239" name="Google Shape;239;p19"/>
          <p:cNvGrpSpPr/>
          <p:nvPr/>
        </p:nvGrpSpPr>
        <p:grpSpPr>
          <a:xfrm>
            <a:off x="691794" y="1006783"/>
            <a:ext cx="4508145" cy="4844448"/>
            <a:chOff x="1742895" y="795775"/>
            <a:chExt cx="3381109" cy="3633336"/>
          </a:xfrm>
        </p:grpSpPr>
        <p:sp>
          <p:nvSpPr>
            <p:cNvPr id="240" name="Google Shape;240;p19"/>
            <p:cNvSpPr/>
            <p:nvPr/>
          </p:nvSpPr>
          <p:spPr>
            <a:xfrm>
              <a:off x="1913656" y="3200832"/>
              <a:ext cx="38942" cy="38942"/>
            </a:xfrm>
            <a:custGeom>
              <a:avLst/>
              <a:gdLst/>
              <a:ahLst/>
              <a:cxnLst/>
              <a:rect l="l" t="t" r="r" b="b"/>
              <a:pathLst>
                <a:path w="660" h="660" extrusionOk="0">
                  <a:moveTo>
                    <a:pt x="335" y="1"/>
                  </a:moveTo>
                  <a:cubicBezTo>
                    <a:pt x="149" y="1"/>
                    <a:pt x="1" y="140"/>
                    <a:pt x="1" y="325"/>
                  </a:cubicBezTo>
                  <a:cubicBezTo>
                    <a:pt x="1" y="511"/>
                    <a:pt x="149" y="659"/>
                    <a:pt x="335" y="659"/>
                  </a:cubicBezTo>
                  <a:cubicBezTo>
                    <a:pt x="511" y="659"/>
                    <a:pt x="659" y="511"/>
                    <a:pt x="659" y="325"/>
                  </a:cubicBezTo>
                  <a:cubicBezTo>
                    <a:pt x="659" y="140"/>
                    <a:pt x="511" y="1"/>
                    <a:pt x="335" y="1"/>
                  </a:cubicBezTo>
                  <a:close/>
                </a:path>
              </a:pathLst>
            </a:custGeom>
            <a:solidFill>
              <a:srgbClr val="2AAF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1" name="Google Shape;241;p19"/>
            <p:cNvSpPr/>
            <p:nvPr/>
          </p:nvSpPr>
          <p:spPr>
            <a:xfrm>
              <a:off x="1910411" y="3196997"/>
              <a:ext cx="46022" cy="46081"/>
            </a:xfrm>
            <a:custGeom>
              <a:avLst/>
              <a:gdLst/>
              <a:ahLst/>
              <a:cxnLst/>
              <a:rect l="l" t="t" r="r" b="b"/>
              <a:pathLst>
                <a:path w="780" h="781" extrusionOk="0">
                  <a:moveTo>
                    <a:pt x="390" y="121"/>
                  </a:moveTo>
                  <a:cubicBezTo>
                    <a:pt x="538" y="121"/>
                    <a:pt x="659" y="242"/>
                    <a:pt x="659" y="390"/>
                  </a:cubicBezTo>
                  <a:cubicBezTo>
                    <a:pt x="659" y="539"/>
                    <a:pt x="538" y="659"/>
                    <a:pt x="390" y="659"/>
                  </a:cubicBezTo>
                  <a:cubicBezTo>
                    <a:pt x="241" y="659"/>
                    <a:pt x="121" y="539"/>
                    <a:pt x="121" y="390"/>
                  </a:cubicBezTo>
                  <a:cubicBezTo>
                    <a:pt x="121" y="242"/>
                    <a:pt x="241" y="121"/>
                    <a:pt x="390" y="121"/>
                  </a:cubicBezTo>
                  <a:close/>
                  <a:moveTo>
                    <a:pt x="390" y="1"/>
                  </a:moveTo>
                  <a:cubicBezTo>
                    <a:pt x="176" y="1"/>
                    <a:pt x="0" y="177"/>
                    <a:pt x="0" y="390"/>
                  </a:cubicBezTo>
                  <a:cubicBezTo>
                    <a:pt x="0" y="604"/>
                    <a:pt x="176" y="780"/>
                    <a:pt x="390" y="780"/>
                  </a:cubicBezTo>
                  <a:cubicBezTo>
                    <a:pt x="603" y="780"/>
                    <a:pt x="779" y="604"/>
                    <a:pt x="779" y="390"/>
                  </a:cubicBezTo>
                  <a:cubicBezTo>
                    <a:pt x="779" y="177"/>
                    <a:pt x="603" y="1"/>
                    <a:pt x="39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grpSp>
          <p:nvGrpSpPr>
            <p:cNvPr id="242" name="Google Shape;242;p19"/>
            <p:cNvGrpSpPr/>
            <p:nvPr/>
          </p:nvGrpSpPr>
          <p:grpSpPr>
            <a:xfrm>
              <a:off x="1742895" y="947116"/>
              <a:ext cx="1986215" cy="3269968"/>
              <a:chOff x="6934075" y="1778325"/>
              <a:chExt cx="689275" cy="1134775"/>
            </a:xfrm>
          </p:grpSpPr>
          <p:sp>
            <p:nvSpPr>
              <p:cNvPr id="243" name="Google Shape;243;p19"/>
              <p:cNvSpPr/>
              <p:nvPr/>
            </p:nvSpPr>
            <p:spPr>
              <a:xfrm>
                <a:off x="7486500" y="2665625"/>
                <a:ext cx="136850" cy="66125"/>
              </a:xfrm>
              <a:custGeom>
                <a:avLst/>
                <a:gdLst/>
                <a:ahLst/>
                <a:cxnLst/>
                <a:rect l="l" t="t" r="r" b="b"/>
                <a:pathLst>
                  <a:path w="5474" h="2645" extrusionOk="0">
                    <a:moveTo>
                      <a:pt x="5418" y="1"/>
                    </a:moveTo>
                    <a:cubicBezTo>
                      <a:pt x="5390" y="1"/>
                      <a:pt x="5363" y="28"/>
                      <a:pt x="5363" y="56"/>
                    </a:cubicBezTo>
                    <a:lnTo>
                      <a:pt x="5363" y="520"/>
                    </a:lnTo>
                    <a:cubicBezTo>
                      <a:pt x="5363" y="557"/>
                      <a:pt x="5390" y="576"/>
                      <a:pt x="5418" y="576"/>
                    </a:cubicBezTo>
                    <a:cubicBezTo>
                      <a:pt x="5446" y="576"/>
                      <a:pt x="5474" y="557"/>
                      <a:pt x="5474" y="520"/>
                    </a:cubicBezTo>
                    <a:lnTo>
                      <a:pt x="5474" y="56"/>
                    </a:lnTo>
                    <a:cubicBezTo>
                      <a:pt x="5474" y="28"/>
                      <a:pt x="5455" y="1"/>
                      <a:pt x="5418" y="1"/>
                    </a:cubicBezTo>
                    <a:close/>
                    <a:moveTo>
                      <a:pt x="5418" y="928"/>
                    </a:moveTo>
                    <a:cubicBezTo>
                      <a:pt x="5390" y="928"/>
                      <a:pt x="5363" y="956"/>
                      <a:pt x="5363" y="984"/>
                    </a:cubicBezTo>
                    <a:lnTo>
                      <a:pt x="5363" y="1448"/>
                    </a:lnTo>
                    <a:cubicBezTo>
                      <a:pt x="5363" y="1485"/>
                      <a:pt x="5390" y="1503"/>
                      <a:pt x="5418" y="1503"/>
                    </a:cubicBezTo>
                    <a:cubicBezTo>
                      <a:pt x="5446" y="1503"/>
                      <a:pt x="5474" y="1485"/>
                      <a:pt x="5474" y="1448"/>
                    </a:cubicBezTo>
                    <a:lnTo>
                      <a:pt x="5474" y="984"/>
                    </a:lnTo>
                    <a:cubicBezTo>
                      <a:pt x="5474" y="956"/>
                      <a:pt x="5455" y="928"/>
                      <a:pt x="5418" y="928"/>
                    </a:cubicBezTo>
                    <a:close/>
                    <a:moveTo>
                      <a:pt x="5418" y="1856"/>
                    </a:moveTo>
                    <a:cubicBezTo>
                      <a:pt x="5390" y="1856"/>
                      <a:pt x="5363" y="1884"/>
                      <a:pt x="5363" y="1912"/>
                    </a:cubicBezTo>
                    <a:lnTo>
                      <a:pt x="5363" y="2375"/>
                    </a:lnTo>
                    <a:cubicBezTo>
                      <a:pt x="5363" y="2413"/>
                      <a:pt x="5390" y="2431"/>
                      <a:pt x="5418" y="2431"/>
                    </a:cubicBezTo>
                    <a:cubicBezTo>
                      <a:pt x="5446" y="2431"/>
                      <a:pt x="5474" y="2413"/>
                      <a:pt x="5474" y="2375"/>
                    </a:cubicBezTo>
                    <a:lnTo>
                      <a:pt x="5474" y="1912"/>
                    </a:lnTo>
                    <a:cubicBezTo>
                      <a:pt x="5474" y="1884"/>
                      <a:pt x="5455" y="1856"/>
                      <a:pt x="5418" y="1856"/>
                    </a:cubicBezTo>
                    <a:close/>
                    <a:moveTo>
                      <a:pt x="56" y="2524"/>
                    </a:moveTo>
                    <a:cubicBezTo>
                      <a:pt x="28" y="2524"/>
                      <a:pt x="1" y="2552"/>
                      <a:pt x="1" y="2589"/>
                    </a:cubicBezTo>
                    <a:cubicBezTo>
                      <a:pt x="1" y="2617"/>
                      <a:pt x="28" y="2644"/>
                      <a:pt x="56" y="2644"/>
                    </a:cubicBezTo>
                    <a:lnTo>
                      <a:pt x="520" y="2644"/>
                    </a:lnTo>
                    <a:cubicBezTo>
                      <a:pt x="557" y="2644"/>
                      <a:pt x="585" y="2617"/>
                      <a:pt x="585" y="2589"/>
                    </a:cubicBezTo>
                    <a:cubicBezTo>
                      <a:pt x="585" y="2552"/>
                      <a:pt x="557" y="2524"/>
                      <a:pt x="520" y="2524"/>
                    </a:cubicBezTo>
                    <a:close/>
                    <a:moveTo>
                      <a:pt x="984" y="2524"/>
                    </a:moveTo>
                    <a:cubicBezTo>
                      <a:pt x="956" y="2524"/>
                      <a:pt x="928" y="2552"/>
                      <a:pt x="928" y="2589"/>
                    </a:cubicBezTo>
                    <a:cubicBezTo>
                      <a:pt x="928" y="2617"/>
                      <a:pt x="956" y="2644"/>
                      <a:pt x="984" y="2644"/>
                    </a:cubicBezTo>
                    <a:lnTo>
                      <a:pt x="1448" y="2644"/>
                    </a:lnTo>
                    <a:cubicBezTo>
                      <a:pt x="1485" y="2644"/>
                      <a:pt x="1513" y="2617"/>
                      <a:pt x="1513" y="2589"/>
                    </a:cubicBezTo>
                    <a:cubicBezTo>
                      <a:pt x="1513" y="2552"/>
                      <a:pt x="1485" y="2524"/>
                      <a:pt x="1448" y="2524"/>
                    </a:cubicBezTo>
                    <a:close/>
                    <a:moveTo>
                      <a:pt x="1912" y="2524"/>
                    </a:moveTo>
                    <a:cubicBezTo>
                      <a:pt x="1884" y="2524"/>
                      <a:pt x="1856" y="2552"/>
                      <a:pt x="1856" y="2589"/>
                    </a:cubicBezTo>
                    <a:cubicBezTo>
                      <a:pt x="1856" y="2617"/>
                      <a:pt x="1884" y="2644"/>
                      <a:pt x="1912" y="2644"/>
                    </a:cubicBezTo>
                    <a:lnTo>
                      <a:pt x="2375" y="2644"/>
                    </a:lnTo>
                    <a:cubicBezTo>
                      <a:pt x="2413" y="2644"/>
                      <a:pt x="2440" y="2617"/>
                      <a:pt x="2440" y="2589"/>
                    </a:cubicBezTo>
                    <a:cubicBezTo>
                      <a:pt x="2440" y="2552"/>
                      <a:pt x="2413" y="2524"/>
                      <a:pt x="2375" y="2524"/>
                    </a:cubicBezTo>
                    <a:close/>
                    <a:moveTo>
                      <a:pt x="2839" y="2524"/>
                    </a:moveTo>
                    <a:cubicBezTo>
                      <a:pt x="2812" y="2524"/>
                      <a:pt x="2784" y="2552"/>
                      <a:pt x="2784" y="2589"/>
                    </a:cubicBezTo>
                    <a:cubicBezTo>
                      <a:pt x="2784" y="2617"/>
                      <a:pt x="2812" y="2644"/>
                      <a:pt x="2839" y="2644"/>
                    </a:cubicBezTo>
                    <a:lnTo>
                      <a:pt x="3303" y="2644"/>
                    </a:lnTo>
                    <a:cubicBezTo>
                      <a:pt x="3340" y="2644"/>
                      <a:pt x="3368" y="2617"/>
                      <a:pt x="3368" y="2589"/>
                    </a:cubicBezTo>
                    <a:cubicBezTo>
                      <a:pt x="3368" y="2552"/>
                      <a:pt x="3340" y="2524"/>
                      <a:pt x="3303" y="2524"/>
                    </a:cubicBezTo>
                    <a:close/>
                    <a:moveTo>
                      <a:pt x="3767" y="2524"/>
                    </a:moveTo>
                    <a:cubicBezTo>
                      <a:pt x="3739" y="2524"/>
                      <a:pt x="3711" y="2552"/>
                      <a:pt x="3711" y="2589"/>
                    </a:cubicBezTo>
                    <a:cubicBezTo>
                      <a:pt x="3711" y="2617"/>
                      <a:pt x="3739" y="2644"/>
                      <a:pt x="3767" y="2644"/>
                    </a:cubicBezTo>
                    <a:lnTo>
                      <a:pt x="4231" y="2644"/>
                    </a:lnTo>
                    <a:cubicBezTo>
                      <a:pt x="4268" y="2644"/>
                      <a:pt x="4296" y="2617"/>
                      <a:pt x="4296" y="2589"/>
                    </a:cubicBezTo>
                    <a:cubicBezTo>
                      <a:pt x="4296" y="2552"/>
                      <a:pt x="4268" y="2524"/>
                      <a:pt x="4231" y="2524"/>
                    </a:cubicBezTo>
                    <a:close/>
                    <a:moveTo>
                      <a:pt x="4695" y="2524"/>
                    </a:moveTo>
                    <a:cubicBezTo>
                      <a:pt x="4667" y="2524"/>
                      <a:pt x="4639" y="2552"/>
                      <a:pt x="4639" y="2589"/>
                    </a:cubicBezTo>
                    <a:cubicBezTo>
                      <a:pt x="4639" y="2617"/>
                      <a:pt x="4667" y="2644"/>
                      <a:pt x="4695" y="2644"/>
                    </a:cubicBezTo>
                    <a:lnTo>
                      <a:pt x="5159" y="2644"/>
                    </a:lnTo>
                    <a:cubicBezTo>
                      <a:pt x="5196" y="2644"/>
                      <a:pt x="5223" y="2617"/>
                      <a:pt x="5223" y="2589"/>
                    </a:cubicBezTo>
                    <a:cubicBezTo>
                      <a:pt x="5223" y="2552"/>
                      <a:pt x="5196" y="2524"/>
                      <a:pt x="5159" y="25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44" name="Google Shape;244;p19"/>
              <p:cNvSpPr/>
              <p:nvPr/>
            </p:nvSpPr>
            <p:spPr>
              <a:xfrm>
                <a:off x="7313500" y="2548975"/>
                <a:ext cx="85375" cy="41525"/>
              </a:xfrm>
              <a:custGeom>
                <a:avLst/>
                <a:gdLst/>
                <a:ahLst/>
                <a:cxnLst/>
                <a:rect l="l" t="t" r="r" b="b"/>
                <a:pathLst>
                  <a:path w="3415" h="1661" extrusionOk="0">
                    <a:moveTo>
                      <a:pt x="3358" y="0"/>
                    </a:moveTo>
                    <a:cubicBezTo>
                      <a:pt x="3321" y="0"/>
                      <a:pt x="3293" y="28"/>
                      <a:pt x="3293" y="65"/>
                    </a:cubicBezTo>
                    <a:lnTo>
                      <a:pt x="3293" y="260"/>
                    </a:lnTo>
                    <a:cubicBezTo>
                      <a:pt x="3293" y="297"/>
                      <a:pt x="3321" y="316"/>
                      <a:pt x="3358" y="316"/>
                    </a:cubicBezTo>
                    <a:cubicBezTo>
                      <a:pt x="3386" y="316"/>
                      <a:pt x="3414" y="297"/>
                      <a:pt x="3414" y="260"/>
                    </a:cubicBezTo>
                    <a:lnTo>
                      <a:pt x="3414" y="65"/>
                    </a:lnTo>
                    <a:cubicBezTo>
                      <a:pt x="3414" y="28"/>
                      <a:pt x="3386" y="0"/>
                      <a:pt x="3358" y="0"/>
                    </a:cubicBezTo>
                    <a:close/>
                    <a:moveTo>
                      <a:pt x="56" y="613"/>
                    </a:moveTo>
                    <a:cubicBezTo>
                      <a:pt x="28" y="613"/>
                      <a:pt x="0" y="641"/>
                      <a:pt x="0" y="668"/>
                    </a:cubicBezTo>
                    <a:lnTo>
                      <a:pt x="0" y="678"/>
                    </a:lnTo>
                    <a:cubicBezTo>
                      <a:pt x="0" y="706"/>
                      <a:pt x="28" y="733"/>
                      <a:pt x="56" y="733"/>
                    </a:cubicBezTo>
                    <a:lnTo>
                      <a:pt x="520" y="733"/>
                    </a:lnTo>
                    <a:cubicBezTo>
                      <a:pt x="548" y="733"/>
                      <a:pt x="575" y="706"/>
                      <a:pt x="575" y="668"/>
                    </a:cubicBezTo>
                    <a:cubicBezTo>
                      <a:pt x="575" y="641"/>
                      <a:pt x="548" y="613"/>
                      <a:pt x="520" y="613"/>
                    </a:cubicBezTo>
                    <a:close/>
                    <a:moveTo>
                      <a:pt x="984" y="613"/>
                    </a:moveTo>
                    <a:cubicBezTo>
                      <a:pt x="946" y="613"/>
                      <a:pt x="928" y="641"/>
                      <a:pt x="928" y="668"/>
                    </a:cubicBezTo>
                    <a:cubicBezTo>
                      <a:pt x="928" y="706"/>
                      <a:pt x="946" y="733"/>
                      <a:pt x="984" y="733"/>
                    </a:cubicBezTo>
                    <a:lnTo>
                      <a:pt x="1447" y="733"/>
                    </a:lnTo>
                    <a:cubicBezTo>
                      <a:pt x="1475" y="733"/>
                      <a:pt x="1503" y="706"/>
                      <a:pt x="1503" y="668"/>
                    </a:cubicBezTo>
                    <a:cubicBezTo>
                      <a:pt x="1503" y="641"/>
                      <a:pt x="1475" y="613"/>
                      <a:pt x="1447" y="613"/>
                    </a:cubicBezTo>
                    <a:close/>
                    <a:moveTo>
                      <a:pt x="1911" y="613"/>
                    </a:moveTo>
                    <a:cubicBezTo>
                      <a:pt x="1874" y="613"/>
                      <a:pt x="1856" y="641"/>
                      <a:pt x="1856" y="668"/>
                    </a:cubicBezTo>
                    <a:cubicBezTo>
                      <a:pt x="1856" y="706"/>
                      <a:pt x="1874" y="733"/>
                      <a:pt x="1911" y="733"/>
                    </a:cubicBezTo>
                    <a:lnTo>
                      <a:pt x="2375" y="733"/>
                    </a:lnTo>
                    <a:cubicBezTo>
                      <a:pt x="2403" y="733"/>
                      <a:pt x="2431" y="706"/>
                      <a:pt x="2431" y="668"/>
                    </a:cubicBezTo>
                    <a:cubicBezTo>
                      <a:pt x="2431" y="641"/>
                      <a:pt x="2403" y="613"/>
                      <a:pt x="2375" y="613"/>
                    </a:cubicBezTo>
                    <a:close/>
                    <a:moveTo>
                      <a:pt x="2839" y="613"/>
                    </a:moveTo>
                    <a:cubicBezTo>
                      <a:pt x="2802" y="613"/>
                      <a:pt x="2783" y="641"/>
                      <a:pt x="2783" y="668"/>
                    </a:cubicBezTo>
                    <a:cubicBezTo>
                      <a:pt x="2783" y="706"/>
                      <a:pt x="2802" y="733"/>
                      <a:pt x="2839" y="733"/>
                    </a:cubicBezTo>
                    <a:lnTo>
                      <a:pt x="3303" y="733"/>
                    </a:lnTo>
                    <a:cubicBezTo>
                      <a:pt x="3331" y="733"/>
                      <a:pt x="3358" y="706"/>
                      <a:pt x="3358" y="668"/>
                    </a:cubicBezTo>
                    <a:cubicBezTo>
                      <a:pt x="3358" y="641"/>
                      <a:pt x="3331" y="613"/>
                      <a:pt x="3303" y="613"/>
                    </a:cubicBezTo>
                    <a:close/>
                    <a:moveTo>
                      <a:pt x="56" y="1086"/>
                    </a:moveTo>
                    <a:cubicBezTo>
                      <a:pt x="28" y="1086"/>
                      <a:pt x="0" y="1104"/>
                      <a:pt x="0" y="1142"/>
                    </a:cubicBezTo>
                    <a:lnTo>
                      <a:pt x="0" y="1605"/>
                    </a:lnTo>
                    <a:cubicBezTo>
                      <a:pt x="0" y="1633"/>
                      <a:pt x="28" y="1661"/>
                      <a:pt x="56" y="1661"/>
                    </a:cubicBezTo>
                    <a:cubicBezTo>
                      <a:pt x="93" y="1661"/>
                      <a:pt x="121" y="1633"/>
                      <a:pt x="121" y="1605"/>
                    </a:cubicBezTo>
                    <a:lnTo>
                      <a:pt x="121" y="1142"/>
                    </a:lnTo>
                    <a:cubicBezTo>
                      <a:pt x="121" y="1104"/>
                      <a:pt x="93" y="1086"/>
                      <a:pt x="56" y="10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45" name="Google Shape;245;p19"/>
              <p:cNvSpPr/>
              <p:nvPr/>
            </p:nvSpPr>
            <p:spPr>
              <a:xfrm>
                <a:off x="7252725" y="2143825"/>
                <a:ext cx="207600" cy="156800"/>
              </a:xfrm>
              <a:custGeom>
                <a:avLst/>
                <a:gdLst/>
                <a:ahLst/>
                <a:cxnLst/>
                <a:rect l="l" t="t" r="r" b="b"/>
                <a:pathLst>
                  <a:path w="8304" h="6272" extrusionOk="0">
                    <a:moveTo>
                      <a:pt x="56" y="0"/>
                    </a:moveTo>
                    <a:cubicBezTo>
                      <a:pt x="29" y="0"/>
                      <a:pt x="1" y="28"/>
                      <a:pt x="1" y="56"/>
                    </a:cubicBezTo>
                    <a:lnTo>
                      <a:pt x="1" y="520"/>
                    </a:lnTo>
                    <a:cubicBezTo>
                      <a:pt x="1" y="557"/>
                      <a:pt x="29" y="575"/>
                      <a:pt x="56" y="575"/>
                    </a:cubicBezTo>
                    <a:cubicBezTo>
                      <a:pt x="94" y="575"/>
                      <a:pt x="112" y="557"/>
                      <a:pt x="112" y="520"/>
                    </a:cubicBezTo>
                    <a:lnTo>
                      <a:pt x="112" y="56"/>
                    </a:lnTo>
                    <a:cubicBezTo>
                      <a:pt x="112" y="28"/>
                      <a:pt x="94" y="0"/>
                      <a:pt x="56" y="0"/>
                    </a:cubicBezTo>
                    <a:close/>
                    <a:moveTo>
                      <a:pt x="56" y="928"/>
                    </a:moveTo>
                    <a:cubicBezTo>
                      <a:pt x="29" y="928"/>
                      <a:pt x="1" y="956"/>
                      <a:pt x="1" y="984"/>
                    </a:cubicBezTo>
                    <a:lnTo>
                      <a:pt x="1" y="1447"/>
                    </a:lnTo>
                    <a:cubicBezTo>
                      <a:pt x="1" y="1484"/>
                      <a:pt x="29" y="1503"/>
                      <a:pt x="56" y="1503"/>
                    </a:cubicBezTo>
                    <a:cubicBezTo>
                      <a:pt x="94" y="1503"/>
                      <a:pt x="112" y="1484"/>
                      <a:pt x="112" y="1447"/>
                    </a:cubicBezTo>
                    <a:lnTo>
                      <a:pt x="112" y="984"/>
                    </a:lnTo>
                    <a:cubicBezTo>
                      <a:pt x="112" y="956"/>
                      <a:pt x="94" y="928"/>
                      <a:pt x="56" y="928"/>
                    </a:cubicBezTo>
                    <a:close/>
                    <a:moveTo>
                      <a:pt x="56" y="1856"/>
                    </a:moveTo>
                    <a:cubicBezTo>
                      <a:pt x="29" y="1856"/>
                      <a:pt x="1" y="1883"/>
                      <a:pt x="1" y="1911"/>
                    </a:cubicBezTo>
                    <a:lnTo>
                      <a:pt x="1" y="2375"/>
                    </a:lnTo>
                    <a:cubicBezTo>
                      <a:pt x="1" y="2412"/>
                      <a:pt x="29" y="2431"/>
                      <a:pt x="56" y="2431"/>
                    </a:cubicBezTo>
                    <a:cubicBezTo>
                      <a:pt x="94" y="2431"/>
                      <a:pt x="112" y="2412"/>
                      <a:pt x="112" y="2375"/>
                    </a:cubicBezTo>
                    <a:lnTo>
                      <a:pt x="112" y="1911"/>
                    </a:lnTo>
                    <a:cubicBezTo>
                      <a:pt x="112" y="1883"/>
                      <a:pt x="94" y="1856"/>
                      <a:pt x="56" y="1856"/>
                    </a:cubicBezTo>
                    <a:close/>
                    <a:moveTo>
                      <a:pt x="66" y="2774"/>
                    </a:moveTo>
                    <a:cubicBezTo>
                      <a:pt x="29" y="2774"/>
                      <a:pt x="10" y="2802"/>
                      <a:pt x="10" y="2830"/>
                    </a:cubicBezTo>
                    <a:cubicBezTo>
                      <a:pt x="10" y="2867"/>
                      <a:pt x="29" y="2895"/>
                      <a:pt x="66" y="2895"/>
                    </a:cubicBezTo>
                    <a:lnTo>
                      <a:pt x="530" y="2895"/>
                    </a:lnTo>
                    <a:cubicBezTo>
                      <a:pt x="557" y="2895"/>
                      <a:pt x="585" y="2867"/>
                      <a:pt x="585" y="2830"/>
                    </a:cubicBezTo>
                    <a:cubicBezTo>
                      <a:pt x="585" y="2802"/>
                      <a:pt x="557" y="2774"/>
                      <a:pt x="530" y="2774"/>
                    </a:cubicBezTo>
                    <a:close/>
                    <a:moveTo>
                      <a:pt x="993" y="2774"/>
                    </a:moveTo>
                    <a:cubicBezTo>
                      <a:pt x="956" y="2774"/>
                      <a:pt x="938" y="2802"/>
                      <a:pt x="938" y="2830"/>
                    </a:cubicBezTo>
                    <a:cubicBezTo>
                      <a:pt x="938" y="2867"/>
                      <a:pt x="956" y="2895"/>
                      <a:pt x="993" y="2895"/>
                    </a:cubicBezTo>
                    <a:lnTo>
                      <a:pt x="1457" y="2895"/>
                    </a:lnTo>
                    <a:cubicBezTo>
                      <a:pt x="1485" y="2895"/>
                      <a:pt x="1513" y="2867"/>
                      <a:pt x="1513" y="2830"/>
                    </a:cubicBezTo>
                    <a:cubicBezTo>
                      <a:pt x="1513" y="2802"/>
                      <a:pt x="1485" y="2774"/>
                      <a:pt x="1457" y="2774"/>
                    </a:cubicBezTo>
                    <a:close/>
                    <a:moveTo>
                      <a:pt x="1921" y="2774"/>
                    </a:moveTo>
                    <a:cubicBezTo>
                      <a:pt x="1884" y="2774"/>
                      <a:pt x="1865" y="2802"/>
                      <a:pt x="1865" y="2830"/>
                    </a:cubicBezTo>
                    <a:cubicBezTo>
                      <a:pt x="1865" y="2867"/>
                      <a:pt x="1884" y="2895"/>
                      <a:pt x="1921" y="2895"/>
                    </a:cubicBezTo>
                    <a:lnTo>
                      <a:pt x="2385" y="2895"/>
                    </a:lnTo>
                    <a:cubicBezTo>
                      <a:pt x="2413" y="2895"/>
                      <a:pt x="2441" y="2867"/>
                      <a:pt x="2441" y="2830"/>
                    </a:cubicBezTo>
                    <a:cubicBezTo>
                      <a:pt x="2441" y="2802"/>
                      <a:pt x="2413" y="2774"/>
                      <a:pt x="2385" y="2774"/>
                    </a:cubicBezTo>
                    <a:close/>
                    <a:moveTo>
                      <a:pt x="2849" y="2774"/>
                    </a:moveTo>
                    <a:cubicBezTo>
                      <a:pt x="2812" y="2774"/>
                      <a:pt x="2793" y="2802"/>
                      <a:pt x="2793" y="2830"/>
                    </a:cubicBezTo>
                    <a:cubicBezTo>
                      <a:pt x="2793" y="2867"/>
                      <a:pt x="2812" y="2895"/>
                      <a:pt x="2849" y="2895"/>
                    </a:cubicBezTo>
                    <a:lnTo>
                      <a:pt x="3313" y="2895"/>
                    </a:lnTo>
                    <a:cubicBezTo>
                      <a:pt x="3340" y="2895"/>
                      <a:pt x="3368" y="2867"/>
                      <a:pt x="3368" y="2830"/>
                    </a:cubicBezTo>
                    <a:cubicBezTo>
                      <a:pt x="3368" y="2802"/>
                      <a:pt x="3340" y="2774"/>
                      <a:pt x="3313" y="2774"/>
                    </a:cubicBezTo>
                    <a:close/>
                    <a:moveTo>
                      <a:pt x="3776" y="2774"/>
                    </a:moveTo>
                    <a:cubicBezTo>
                      <a:pt x="3739" y="2774"/>
                      <a:pt x="3721" y="2802"/>
                      <a:pt x="3721" y="2830"/>
                    </a:cubicBezTo>
                    <a:cubicBezTo>
                      <a:pt x="3721" y="2867"/>
                      <a:pt x="3739" y="2895"/>
                      <a:pt x="3776" y="2895"/>
                    </a:cubicBezTo>
                    <a:lnTo>
                      <a:pt x="4240" y="2895"/>
                    </a:lnTo>
                    <a:cubicBezTo>
                      <a:pt x="4268" y="2895"/>
                      <a:pt x="4296" y="2867"/>
                      <a:pt x="4296" y="2830"/>
                    </a:cubicBezTo>
                    <a:cubicBezTo>
                      <a:pt x="4296" y="2802"/>
                      <a:pt x="4268" y="2774"/>
                      <a:pt x="4240" y="2774"/>
                    </a:cubicBezTo>
                    <a:close/>
                    <a:moveTo>
                      <a:pt x="4704" y="2774"/>
                    </a:moveTo>
                    <a:cubicBezTo>
                      <a:pt x="4667" y="2774"/>
                      <a:pt x="4648" y="2802"/>
                      <a:pt x="4648" y="2830"/>
                    </a:cubicBezTo>
                    <a:cubicBezTo>
                      <a:pt x="4648" y="2867"/>
                      <a:pt x="4667" y="2895"/>
                      <a:pt x="4704" y="2895"/>
                    </a:cubicBezTo>
                    <a:lnTo>
                      <a:pt x="5168" y="2895"/>
                    </a:lnTo>
                    <a:cubicBezTo>
                      <a:pt x="5196" y="2895"/>
                      <a:pt x="5224" y="2867"/>
                      <a:pt x="5224" y="2830"/>
                    </a:cubicBezTo>
                    <a:cubicBezTo>
                      <a:pt x="5224" y="2802"/>
                      <a:pt x="5196" y="2774"/>
                      <a:pt x="5168" y="2774"/>
                    </a:cubicBezTo>
                    <a:close/>
                    <a:moveTo>
                      <a:pt x="5632" y="2774"/>
                    </a:moveTo>
                    <a:cubicBezTo>
                      <a:pt x="5595" y="2774"/>
                      <a:pt x="5576" y="2802"/>
                      <a:pt x="5576" y="2830"/>
                    </a:cubicBezTo>
                    <a:cubicBezTo>
                      <a:pt x="5576" y="2867"/>
                      <a:pt x="5595" y="2895"/>
                      <a:pt x="5632" y="2895"/>
                    </a:cubicBezTo>
                    <a:lnTo>
                      <a:pt x="6096" y="2895"/>
                    </a:lnTo>
                    <a:cubicBezTo>
                      <a:pt x="6123" y="2895"/>
                      <a:pt x="6151" y="2867"/>
                      <a:pt x="6151" y="2830"/>
                    </a:cubicBezTo>
                    <a:cubicBezTo>
                      <a:pt x="6151" y="2802"/>
                      <a:pt x="6123" y="2774"/>
                      <a:pt x="6096" y="2774"/>
                    </a:cubicBezTo>
                    <a:close/>
                    <a:moveTo>
                      <a:pt x="6559" y="2774"/>
                    </a:moveTo>
                    <a:cubicBezTo>
                      <a:pt x="6522" y="2774"/>
                      <a:pt x="6504" y="2802"/>
                      <a:pt x="6504" y="2830"/>
                    </a:cubicBezTo>
                    <a:cubicBezTo>
                      <a:pt x="6504" y="2867"/>
                      <a:pt x="6522" y="2895"/>
                      <a:pt x="6559" y="2895"/>
                    </a:cubicBezTo>
                    <a:lnTo>
                      <a:pt x="7023" y="2895"/>
                    </a:lnTo>
                    <a:cubicBezTo>
                      <a:pt x="7051" y="2895"/>
                      <a:pt x="7079" y="2867"/>
                      <a:pt x="7079" y="2830"/>
                    </a:cubicBezTo>
                    <a:cubicBezTo>
                      <a:pt x="7079" y="2802"/>
                      <a:pt x="7051" y="2774"/>
                      <a:pt x="7023" y="2774"/>
                    </a:cubicBezTo>
                    <a:close/>
                    <a:moveTo>
                      <a:pt x="7487" y="2774"/>
                    </a:moveTo>
                    <a:cubicBezTo>
                      <a:pt x="7450" y="2774"/>
                      <a:pt x="7431" y="2802"/>
                      <a:pt x="7431" y="2830"/>
                    </a:cubicBezTo>
                    <a:cubicBezTo>
                      <a:pt x="7431" y="2867"/>
                      <a:pt x="7450" y="2895"/>
                      <a:pt x="7487" y="2895"/>
                    </a:cubicBezTo>
                    <a:lnTo>
                      <a:pt x="7951" y="2895"/>
                    </a:lnTo>
                    <a:cubicBezTo>
                      <a:pt x="7979" y="2895"/>
                      <a:pt x="8007" y="2867"/>
                      <a:pt x="8007" y="2830"/>
                    </a:cubicBezTo>
                    <a:cubicBezTo>
                      <a:pt x="8007" y="2802"/>
                      <a:pt x="7979" y="2774"/>
                      <a:pt x="7951" y="2774"/>
                    </a:cubicBezTo>
                    <a:close/>
                    <a:moveTo>
                      <a:pt x="8248" y="2941"/>
                    </a:moveTo>
                    <a:cubicBezTo>
                      <a:pt x="8211" y="2941"/>
                      <a:pt x="8183" y="2969"/>
                      <a:pt x="8183" y="3006"/>
                    </a:cubicBezTo>
                    <a:lnTo>
                      <a:pt x="8183" y="3470"/>
                    </a:lnTo>
                    <a:cubicBezTo>
                      <a:pt x="8183" y="3497"/>
                      <a:pt x="8211" y="3525"/>
                      <a:pt x="8248" y="3525"/>
                    </a:cubicBezTo>
                    <a:cubicBezTo>
                      <a:pt x="8276" y="3525"/>
                      <a:pt x="8303" y="3497"/>
                      <a:pt x="8303" y="3470"/>
                    </a:cubicBezTo>
                    <a:lnTo>
                      <a:pt x="8303" y="3006"/>
                    </a:lnTo>
                    <a:cubicBezTo>
                      <a:pt x="8303" y="2969"/>
                      <a:pt x="8276" y="2941"/>
                      <a:pt x="8248" y="2941"/>
                    </a:cubicBezTo>
                    <a:close/>
                    <a:moveTo>
                      <a:pt x="8248" y="3869"/>
                    </a:moveTo>
                    <a:cubicBezTo>
                      <a:pt x="8211" y="3869"/>
                      <a:pt x="8183" y="3896"/>
                      <a:pt x="8183" y="3933"/>
                    </a:cubicBezTo>
                    <a:lnTo>
                      <a:pt x="8183" y="4397"/>
                    </a:lnTo>
                    <a:cubicBezTo>
                      <a:pt x="8183" y="4425"/>
                      <a:pt x="8211" y="4453"/>
                      <a:pt x="8248" y="4453"/>
                    </a:cubicBezTo>
                    <a:cubicBezTo>
                      <a:pt x="8276" y="4453"/>
                      <a:pt x="8303" y="4425"/>
                      <a:pt x="8303" y="4397"/>
                    </a:cubicBezTo>
                    <a:lnTo>
                      <a:pt x="8303" y="3933"/>
                    </a:lnTo>
                    <a:cubicBezTo>
                      <a:pt x="8303" y="3896"/>
                      <a:pt x="8276" y="3869"/>
                      <a:pt x="8248" y="3869"/>
                    </a:cubicBezTo>
                    <a:close/>
                    <a:moveTo>
                      <a:pt x="8248" y="4796"/>
                    </a:moveTo>
                    <a:cubicBezTo>
                      <a:pt x="8211" y="4796"/>
                      <a:pt x="8183" y="4824"/>
                      <a:pt x="8183" y="4861"/>
                    </a:cubicBezTo>
                    <a:lnTo>
                      <a:pt x="8183" y="5325"/>
                    </a:lnTo>
                    <a:cubicBezTo>
                      <a:pt x="8183" y="5353"/>
                      <a:pt x="8211" y="5381"/>
                      <a:pt x="8248" y="5381"/>
                    </a:cubicBezTo>
                    <a:cubicBezTo>
                      <a:pt x="8276" y="5381"/>
                      <a:pt x="8303" y="5353"/>
                      <a:pt x="8303" y="5325"/>
                    </a:cubicBezTo>
                    <a:lnTo>
                      <a:pt x="8303" y="4861"/>
                    </a:lnTo>
                    <a:cubicBezTo>
                      <a:pt x="8303" y="4824"/>
                      <a:pt x="8276" y="4796"/>
                      <a:pt x="8248" y="4796"/>
                    </a:cubicBezTo>
                    <a:close/>
                    <a:moveTo>
                      <a:pt x="8248" y="5724"/>
                    </a:moveTo>
                    <a:cubicBezTo>
                      <a:pt x="8211" y="5724"/>
                      <a:pt x="8183" y="5752"/>
                      <a:pt x="8183" y="5789"/>
                    </a:cubicBezTo>
                    <a:lnTo>
                      <a:pt x="8183" y="6216"/>
                    </a:lnTo>
                    <a:cubicBezTo>
                      <a:pt x="8183" y="6253"/>
                      <a:pt x="8211" y="6271"/>
                      <a:pt x="8248" y="6271"/>
                    </a:cubicBezTo>
                    <a:cubicBezTo>
                      <a:pt x="8276" y="6271"/>
                      <a:pt x="8303" y="6253"/>
                      <a:pt x="8303" y="6216"/>
                    </a:cubicBezTo>
                    <a:lnTo>
                      <a:pt x="8303" y="5789"/>
                    </a:lnTo>
                    <a:cubicBezTo>
                      <a:pt x="8303" y="5752"/>
                      <a:pt x="8276" y="5724"/>
                      <a:pt x="8248" y="57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46" name="Google Shape;246;p19"/>
              <p:cNvSpPr/>
              <p:nvPr/>
            </p:nvSpPr>
            <p:spPr>
              <a:xfrm>
                <a:off x="7564200" y="1778325"/>
                <a:ext cx="41075" cy="41075"/>
              </a:xfrm>
              <a:custGeom>
                <a:avLst/>
                <a:gdLst/>
                <a:ahLst/>
                <a:cxnLst/>
                <a:rect l="l" t="t" r="r" b="b"/>
                <a:pathLst>
                  <a:path w="1643" h="1643" extrusionOk="0">
                    <a:moveTo>
                      <a:pt x="826" y="186"/>
                    </a:moveTo>
                    <a:lnTo>
                      <a:pt x="1049" y="585"/>
                    </a:lnTo>
                    <a:cubicBezTo>
                      <a:pt x="1049" y="594"/>
                      <a:pt x="1058" y="603"/>
                      <a:pt x="1067" y="603"/>
                    </a:cubicBezTo>
                    <a:lnTo>
                      <a:pt x="1466" y="826"/>
                    </a:lnTo>
                    <a:lnTo>
                      <a:pt x="1067" y="1048"/>
                    </a:lnTo>
                    <a:cubicBezTo>
                      <a:pt x="1058" y="1048"/>
                      <a:pt x="1049" y="1058"/>
                      <a:pt x="1039" y="1067"/>
                    </a:cubicBezTo>
                    <a:lnTo>
                      <a:pt x="826" y="1466"/>
                    </a:lnTo>
                    <a:lnTo>
                      <a:pt x="603" y="1067"/>
                    </a:lnTo>
                    <a:cubicBezTo>
                      <a:pt x="603" y="1058"/>
                      <a:pt x="594" y="1048"/>
                      <a:pt x="585" y="1039"/>
                    </a:cubicBezTo>
                    <a:lnTo>
                      <a:pt x="186" y="826"/>
                    </a:lnTo>
                    <a:lnTo>
                      <a:pt x="585" y="603"/>
                    </a:lnTo>
                    <a:cubicBezTo>
                      <a:pt x="594" y="603"/>
                      <a:pt x="603" y="594"/>
                      <a:pt x="603" y="585"/>
                    </a:cubicBezTo>
                    <a:lnTo>
                      <a:pt x="826" y="186"/>
                    </a:lnTo>
                    <a:close/>
                    <a:moveTo>
                      <a:pt x="826" y="0"/>
                    </a:moveTo>
                    <a:cubicBezTo>
                      <a:pt x="807" y="0"/>
                      <a:pt x="789" y="19"/>
                      <a:pt x="780" y="37"/>
                    </a:cubicBezTo>
                    <a:lnTo>
                      <a:pt x="511" y="510"/>
                    </a:lnTo>
                    <a:lnTo>
                      <a:pt x="37" y="770"/>
                    </a:lnTo>
                    <a:cubicBezTo>
                      <a:pt x="19" y="779"/>
                      <a:pt x="0" y="798"/>
                      <a:pt x="0" y="826"/>
                    </a:cubicBezTo>
                    <a:cubicBezTo>
                      <a:pt x="0" y="844"/>
                      <a:pt x="19" y="863"/>
                      <a:pt x="37" y="872"/>
                    </a:cubicBezTo>
                    <a:lnTo>
                      <a:pt x="511" y="1141"/>
                    </a:lnTo>
                    <a:lnTo>
                      <a:pt x="770" y="1614"/>
                    </a:lnTo>
                    <a:cubicBezTo>
                      <a:pt x="780" y="1633"/>
                      <a:pt x="798" y="1642"/>
                      <a:pt x="826" y="1642"/>
                    </a:cubicBezTo>
                    <a:cubicBezTo>
                      <a:pt x="845" y="1642"/>
                      <a:pt x="863" y="1633"/>
                      <a:pt x="872" y="1614"/>
                    </a:cubicBezTo>
                    <a:lnTo>
                      <a:pt x="1141" y="1141"/>
                    </a:lnTo>
                    <a:lnTo>
                      <a:pt x="1615" y="881"/>
                    </a:lnTo>
                    <a:cubicBezTo>
                      <a:pt x="1633" y="863"/>
                      <a:pt x="1642" y="844"/>
                      <a:pt x="1642" y="826"/>
                    </a:cubicBezTo>
                    <a:cubicBezTo>
                      <a:pt x="1642" y="807"/>
                      <a:pt x="1633" y="789"/>
                      <a:pt x="1615" y="779"/>
                    </a:cubicBezTo>
                    <a:lnTo>
                      <a:pt x="1141" y="510"/>
                    </a:lnTo>
                    <a:lnTo>
                      <a:pt x="882" y="37"/>
                    </a:lnTo>
                    <a:cubicBezTo>
                      <a:pt x="863" y="9"/>
                      <a:pt x="845" y="0"/>
                      <a:pt x="826" y="0"/>
                    </a:cubicBezTo>
                    <a:close/>
                  </a:path>
                </a:pathLst>
              </a:custGeom>
              <a:solidFill>
                <a:srgbClr val="2AAFE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47" name="Google Shape;247;p19"/>
              <p:cNvSpPr/>
              <p:nvPr/>
            </p:nvSpPr>
            <p:spPr>
              <a:xfrm>
                <a:off x="6975825" y="2325875"/>
                <a:ext cx="51500" cy="51275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51" extrusionOk="0">
                    <a:moveTo>
                      <a:pt x="1030" y="177"/>
                    </a:moveTo>
                    <a:lnTo>
                      <a:pt x="1327" y="715"/>
                    </a:lnTo>
                    <a:cubicBezTo>
                      <a:pt x="1327" y="724"/>
                      <a:pt x="1336" y="733"/>
                      <a:pt x="1346" y="733"/>
                    </a:cubicBezTo>
                    <a:lnTo>
                      <a:pt x="1874" y="1030"/>
                    </a:lnTo>
                    <a:lnTo>
                      <a:pt x="1346" y="1318"/>
                    </a:lnTo>
                    <a:cubicBezTo>
                      <a:pt x="1336" y="1327"/>
                      <a:pt x="1327" y="1336"/>
                      <a:pt x="1318" y="1345"/>
                    </a:cubicBezTo>
                    <a:lnTo>
                      <a:pt x="1030" y="1874"/>
                    </a:lnTo>
                    <a:lnTo>
                      <a:pt x="733" y="1336"/>
                    </a:lnTo>
                    <a:cubicBezTo>
                      <a:pt x="733" y="1327"/>
                      <a:pt x="724" y="1318"/>
                      <a:pt x="715" y="1318"/>
                    </a:cubicBezTo>
                    <a:lnTo>
                      <a:pt x="186" y="1021"/>
                    </a:lnTo>
                    <a:lnTo>
                      <a:pt x="715" y="733"/>
                    </a:lnTo>
                    <a:cubicBezTo>
                      <a:pt x="724" y="724"/>
                      <a:pt x="733" y="715"/>
                      <a:pt x="743" y="705"/>
                    </a:cubicBezTo>
                    <a:lnTo>
                      <a:pt x="1030" y="177"/>
                    </a:lnTo>
                    <a:close/>
                    <a:moveTo>
                      <a:pt x="1030" y="0"/>
                    </a:moveTo>
                    <a:cubicBezTo>
                      <a:pt x="1012" y="0"/>
                      <a:pt x="993" y="10"/>
                      <a:pt x="984" y="28"/>
                    </a:cubicBezTo>
                    <a:lnTo>
                      <a:pt x="640" y="640"/>
                    </a:lnTo>
                    <a:lnTo>
                      <a:pt x="28" y="974"/>
                    </a:lnTo>
                    <a:cubicBezTo>
                      <a:pt x="10" y="984"/>
                      <a:pt x="0" y="1002"/>
                      <a:pt x="0" y="1021"/>
                    </a:cubicBezTo>
                    <a:cubicBezTo>
                      <a:pt x="0" y="1039"/>
                      <a:pt x="10" y="1067"/>
                      <a:pt x="28" y="1076"/>
                    </a:cubicBezTo>
                    <a:lnTo>
                      <a:pt x="640" y="1410"/>
                    </a:lnTo>
                    <a:lnTo>
                      <a:pt x="974" y="2023"/>
                    </a:lnTo>
                    <a:cubicBezTo>
                      <a:pt x="984" y="2041"/>
                      <a:pt x="1002" y="2050"/>
                      <a:pt x="1030" y="2050"/>
                    </a:cubicBezTo>
                    <a:cubicBezTo>
                      <a:pt x="1049" y="2050"/>
                      <a:pt x="1067" y="2041"/>
                      <a:pt x="1076" y="2023"/>
                    </a:cubicBezTo>
                    <a:lnTo>
                      <a:pt x="1410" y="1410"/>
                    </a:lnTo>
                    <a:lnTo>
                      <a:pt x="2023" y="1076"/>
                    </a:lnTo>
                    <a:cubicBezTo>
                      <a:pt x="2041" y="1067"/>
                      <a:pt x="2060" y="1049"/>
                      <a:pt x="2060" y="1030"/>
                    </a:cubicBezTo>
                    <a:cubicBezTo>
                      <a:pt x="2060" y="1002"/>
                      <a:pt x="2041" y="984"/>
                      <a:pt x="2023" y="974"/>
                    </a:cubicBezTo>
                    <a:lnTo>
                      <a:pt x="1420" y="640"/>
                    </a:lnTo>
                    <a:lnTo>
                      <a:pt x="1086" y="28"/>
                    </a:lnTo>
                    <a:cubicBezTo>
                      <a:pt x="1076" y="10"/>
                      <a:pt x="1058" y="0"/>
                      <a:pt x="103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48" name="Google Shape;248;p19"/>
              <p:cNvSpPr/>
              <p:nvPr/>
            </p:nvSpPr>
            <p:spPr>
              <a:xfrm>
                <a:off x="6992525" y="1930925"/>
                <a:ext cx="22050" cy="22050"/>
              </a:xfrm>
              <a:custGeom>
                <a:avLst/>
                <a:gdLst/>
                <a:ahLst/>
                <a:cxnLst/>
                <a:rect l="l" t="t" r="r" b="b"/>
                <a:pathLst>
                  <a:path w="882" h="882" extrusionOk="0">
                    <a:moveTo>
                      <a:pt x="446" y="112"/>
                    </a:moveTo>
                    <a:cubicBezTo>
                      <a:pt x="622" y="112"/>
                      <a:pt x="770" y="260"/>
                      <a:pt x="770" y="436"/>
                    </a:cubicBezTo>
                    <a:cubicBezTo>
                      <a:pt x="770" y="622"/>
                      <a:pt x="622" y="761"/>
                      <a:pt x="446" y="761"/>
                    </a:cubicBezTo>
                    <a:cubicBezTo>
                      <a:pt x="260" y="761"/>
                      <a:pt x="112" y="622"/>
                      <a:pt x="112" y="436"/>
                    </a:cubicBezTo>
                    <a:cubicBezTo>
                      <a:pt x="112" y="260"/>
                      <a:pt x="260" y="112"/>
                      <a:pt x="446" y="112"/>
                    </a:cubicBezTo>
                    <a:close/>
                    <a:moveTo>
                      <a:pt x="446" y="0"/>
                    </a:moveTo>
                    <a:cubicBezTo>
                      <a:pt x="195" y="0"/>
                      <a:pt x="0" y="195"/>
                      <a:pt x="0" y="436"/>
                    </a:cubicBezTo>
                    <a:cubicBezTo>
                      <a:pt x="0" y="687"/>
                      <a:pt x="195" y="882"/>
                      <a:pt x="446" y="882"/>
                    </a:cubicBezTo>
                    <a:cubicBezTo>
                      <a:pt x="687" y="882"/>
                      <a:pt x="882" y="687"/>
                      <a:pt x="882" y="436"/>
                    </a:cubicBezTo>
                    <a:cubicBezTo>
                      <a:pt x="882" y="195"/>
                      <a:pt x="687" y="0"/>
                      <a:pt x="44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49" name="Google Shape;249;p19"/>
              <p:cNvSpPr/>
              <p:nvPr/>
            </p:nvSpPr>
            <p:spPr>
              <a:xfrm>
                <a:off x="6934075" y="2211075"/>
                <a:ext cx="14175" cy="14175"/>
              </a:xfrm>
              <a:custGeom>
                <a:avLst/>
                <a:gdLst/>
                <a:ahLst/>
                <a:cxnLst/>
                <a:rect l="l" t="t" r="r" b="b"/>
                <a:pathLst>
                  <a:path w="567" h="567" extrusionOk="0">
                    <a:moveTo>
                      <a:pt x="288" y="121"/>
                    </a:moveTo>
                    <a:cubicBezTo>
                      <a:pt x="381" y="121"/>
                      <a:pt x="455" y="195"/>
                      <a:pt x="455" y="288"/>
                    </a:cubicBezTo>
                    <a:cubicBezTo>
                      <a:pt x="455" y="381"/>
                      <a:pt x="381" y="455"/>
                      <a:pt x="288" y="455"/>
                    </a:cubicBezTo>
                    <a:cubicBezTo>
                      <a:pt x="195" y="455"/>
                      <a:pt x="121" y="381"/>
                      <a:pt x="121" y="288"/>
                    </a:cubicBezTo>
                    <a:cubicBezTo>
                      <a:pt x="121" y="195"/>
                      <a:pt x="195" y="121"/>
                      <a:pt x="288" y="121"/>
                    </a:cubicBezTo>
                    <a:close/>
                    <a:moveTo>
                      <a:pt x="288" y="0"/>
                    </a:moveTo>
                    <a:cubicBezTo>
                      <a:pt x="130" y="0"/>
                      <a:pt x="1" y="130"/>
                      <a:pt x="1" y="288"/>
                    </a:cubicBezTo>
                    <a:cubicBezTo>
                      <a:pt x="1" y="446"/>
                      <a:pt x="130" y="566"/>
                      <a:pt x="288" y="566"/>
                    </a:cubicBezTo>
                    <a:cubicBezTo>
                      <a:pt x="446" y="566"/>
                      <a:pt x="566" y="446"/>
                      <a:pt x="566" y="288"/>
                    </a:cubicBezTo>
                    <a:cubicBezTo>
                      <a:pt x="566" y="130"/>
                      <a:pt x="446" y="0"/>
                      <a:pt x="288" y="0"/>
                    </a:cubicBezTo>
                    <a:close/>
                  </a:path>
                </a:pathLst>
              </a:custGeom>
              <a:solidFill>
                <a:srgbClr val="7FD6C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50" name="Google Shape;250;p19"/>
              <p:cNvSpPr/>
              <p:nvPr/>
            </p:nvSpPr>
            <p:spPr>
              <a:xfrm>
                <a:off x="6935000" y="2456875"/>
                <a:ext cx="344900" cy="344675"/>
              </a:xfrm>
              <a:custGeom>
                <a:avLst/>
                <a:gdLst/>
                <a:ahLst/>
                <a:cxnLst/>
                <a:rect l="l" t="t" r="r" b="b"/>
                <a:pathLst>
                  <a:path w="13796" h="13787" extrusionOk="0">
                    <a:moveTo>
                      <a:pt x="6912" y="3796"/>
                    </a:moveTo>
                    <a:cubicBezTo>
                      <a:pt x="7506" y="3796"/>
                      <a:pt x="8099" y="3972"/>
                      <a:pt x="8609" y="4315"/>
                    </a:cubicBezTo>
                    <a:cubicBezTo>
                      <a:pt x="9361" y="4816"/>
                      <a:pt x="9853" y="5614"/>
                      <a:pt x="9964" y="6514"/>
                    </a:cubicBezTo>
                    <a:cubicBezTo>
                      <a:pt x="10149" y="7998"/>
                      <a:pt x="9203" y="9427"/>
                      <a:pt x="7765" y="9835"/>
                    </a:cubicBezTo>
                    <a:cubicBezTo>
                      <a:pt x="7482" y="9916"/>
                      <a:pt x="7191" y="9957"/>
                      <a:pt x="6903" y="9957"/>
                    </a:cubicBezTo>
                    <a:cubicBezTo>
                      <a:pt x="6303" y="9957"/>
                      <a:pt x="5712" y="9783"/>
                      <a:pt x="5205" y="9445"/>
                    </a:cubicBezTo>
                    <a:cubicBezTo>
                      <a:pt x="4453" y="8944"/>
                      <a:pt x="3962" y="8147"/>
                      <a:pt x="3851" y="7247"/>
                    </a:cubicBezTo>
                    <a:cubicBezTo>
                      <a:pt x="3674" y="5762"/>
                      <a:pt x="4620" y="4334"/>
                      <a:pt x="6049" y="3916"/>
                    </a:cubicBezTo>
                    <a:cubicBezTo>
                      <a:pt x="6337" y="3842"/>
                      <a:pt x="6624" y="3796"/>
                      <a:pt x="6912" y="3796"/>
                    </a:cubicBezTo>
                    <a:close/>
                    <a:moveTo>
                      <a:pt x="6911" y="3680"/>
                    </a:moveTo>
                    <a:cubicBezTo>
                      <a:pt x="6614" y="3680"/>
                      <a:pt x="6315" y="3721"/>
                      <a:pt x="6021" y="3805"/>
                    </a:cubicBezTo>
                    <a:cubicBezTo>
                      <a:pt x="4528" y="4232"/>
                      <a:pt x="3544" y="5716"/>
                      <a:pt x="3739" y="7256"/>
                    </a:cubicBezTo>
                    <a:cubicBezTo>
                      <a:pt x="3851" y="8193"/>
                      <a:pt x="4361" y="9028"/>
                      <a:pt x="5140" y="9538"/>
                    </a:cubicBezTo>
                    <a:cubicBezTo>
                      <a:pt x="5669" y="9891"/>
                      <a:pt x="6290" y="10076"/>
                      <a:pt x="6912" y="10076"/>
                    </a:cubicBezTo>
                    <a:cubicBezTo>
                      <a:pt x="7209" y="10076"/>
                      <a:pt x="7506" y="10030"/>
                      <a:pt x="7793" y="9946"/>
                    </a:cubicBezTo>
                    <a:cubicBezTo>
                      <a:pt x="9287" y="9519"/>
                      <a:pt x="10270" y="8035"/>
                      <a:pt x="10084" y="6495"/>
                    </a:cubicBezTo>
                    <a:cubicBezTo>
                      <a:pt x="9964" y="5568"/>
                      <a:pt x="9454" y="4733"/>
                      <a:pt x="8674" y="4213"/>
                    </a:cubicBezTo>
                    <a:cubicBezTo>
                      <a:pt x="8147" y="3862"/>
                      <a:pt x="7534" y="3680"/>
                      <a:pt x="6911" y="3680"/>
                    </a:cubicBezTo>
                    <a:close/>
                    <a:moveTo>
                      <a:pt x="5928" y="118"/>
                    </a:moveTo>
                    <a:cubicBezTo>
                      <a:pt x="5934" y="118"/>
                      <a:pt x="5938" y="122"/>
                      <a:pt x="5938" y="122"/>
                    </a:cubicBezTo>
                    <a:cubicBezTo>
                      <a:pt x="5938" y="122"/>
                      <a:pt x="5947" y="122"/>
                      <a:pt x="5947" y="132"/>
                    </a:cubicBezTo>
                    <a:lnTo>
                      <a:pt x="6411" y="1588"/>
                    </a:lnTo>
                    <a:cubicBezTo>
                      <a:pt x="6428" y="1646"/>
                      <a:pt x="6474" y="1682"/>
                      <a:pt x="6530" y="1682"/>
                    </a:cubicBezTo>
                    <a:cubicBezTo>
                      <a:pt x="6537" y="1682"/>
                      <a:pt x="6543" y="1682"/>
                      <a:pt x="6550" y="1681"/>
                    </a:cubicBezTo>
                    <a:cubicBezTo>
                      <a:pt x="6670" y="1672"/>
                      <a:pt x="6789" y="1668"/>
                      <a:pt x="6907" y="1668"/>
                    </a:cubicBezTo>
                    <a:cubicBezTo>
                      <a:pt x="7323" y="1668"/>
                      <a:pt x="7732" y="1719"/>
                      <a:pt x="8136" y="1820"/>
                    </a:cubicBezTo>
                    <a:cubicBezTo>
                      <a:pt x="8150" y="1824"/>
                      <a:pt x="8163" y="1826"/>
                      <a:pt x="8177" y="1826"/>
                    </a:cubicBezTo>
                    <a:cubicBezTo>
                      <a:pt x="8227" y="1826"/>
                      <a:pt x="8272" y="1799"/>
                      <a:pt x="8294" y="1755"/>
                    </a:cubicBezTo>
                    <a:lnTo>
                      <a:pt x="8999" y="391"/>
                    </a:lnTo>
                    <a:cubicBezTo>
                      <a:pt x="8999" y="382"/>
                      <a:pt x="9018" y="382"/>
                      <a:pt x="9027" y="382"/>
                    </a:cubicBezTo>
                    <a:lnTo>
                      <a:pt x="11003" y="1412"/>
                    </a:lnTo>
                    <a:cubicBezTo>
                      <a:pt x="11012" y="1412"/>
                      <a:pt x="11012" y="1430"/>
                      <a:pt x="11012" y="1440"/>
                    </a:cubicBezTo>
                    <a:lnTo>
                      <a:pt x="10307" y="2794"/>
                    </a:lnTo>
                    <a:cubicBezTo>
                      <a:pt x="10279" y="2850"/>
                      <a:pt x="10289" y="2924"/>
                      <a:pt x="10335" y="2961"/>
                    </a:cubicBezTo>
                    <a:cubicBezTo>
                      <a:pt x="10743" y="3313"/>
                      <a:pt x="11086" y="3731"/>
                      <a:pt x="11365" y="4185"/>
                    </a:cubicBezTo>
                    <a:cubicBezTo>
                      <a:pt x="11386" y="4227"/>
                      <a:pt x="11427" y="4248"/>
                      <a:pt x="11474" y="4248"/>
                    </a:cubicBezTo>
                    <a:cubicBezTo>
                      <a:pt x="11490" y="4248"/>
                      <a:pt x="11506" y="4246"/>
                      <a:pt x="11522" y="4241"/>
                    </a:cubicBezTo>
                    <a:lnTo>
                      <a:pt x="12979" y="3787"/>
                    </a:lnTo>
                    <a:cubicBezTo>
                      <a:pt x="12981" y="3784"/>
                      <a:pt x="12985" y="3783"/>
                      <a:pt x="12989" y="3783"/>
                    </a:cubicBezTo>
                    <a:cubicBezTo>
                      <a:pt x="12997" y="3783"/>
                      <a:pt x="13007" y="3789"/>
                      <a:pt x="13007" y="3796"/>
                    </a:cubicBezTo>
                    <a:lnTo>
                      <a:pt x="13675" y="5920"/>
                    </a:lnTo>
                    <a:cubicBezTo>
                      <a:pt x="13675" y="5929"/>
                      <a:pt x="13675" y="5939"/>
                      <a:pt x="13665" y="5948"/>
                    </a:cubicBezTo>
                    <a:lnTo>
                      <a:pt x="12200" y="6403"/>
                    </a:lnTo>
                    <a:cubicBezTo>
                      <a:pt x="12144" y="6421"/>
                      <a:pt x="12107" y="6486"/>
                      <a:pt x="12107" y="6542"/>
                    </a:cubicBezTo>
                    <a:cubicBezTo>
                      <a:pt x="12144" y="7080"/>
                      <a:pt x="12097" y="7618"/>
                      <a:pt x="11968" y="8137"/>
                    </a:cubicBezTo>
                    <a:cubicBezTo>
                      <a:pt x="11958" y="8202"/>
                      <a:pt x="11986" y="8258"/>
                      <a:pt x="12042" y="8295"/>
                    </a:cubicBezTo>
                    <a:lnTo>
                      <a:pt x="13396" y="9000"/>
                    </a:lnTo>
                    <a:cubicBezTo>
                      <a:pt x="13415" y="9000"/>
                      <a:pt x="13415" y="9009"/>
                      <a:pt x="13406" y="9028"/>
                    </a:cubicBezTo>
                    <a:lnTo>
                      <a:pt x="12385" y="10994"/>
                    </a:lnTo>
                    <a:cubicBezTo>
                      <a:pt x="12379" y="11001"/>
                      <a:pt x="12372" y="11008"/>
                      <a:pt x="12365" y="11008"/>
                    </a:cubicBezTo>
                    <a:cubicBezTo>
                      <a:pt x="12363" y="11008"/>
                      <a:pt x="12360" y="11006"/>
                      <a:pt x="12357" y="11004"/>
                    </a:cubicBezTo>
                    <a:lnTo>
                      <a:pt x="10994" y="10299"/>
                    </a:lnTo>
                    <a:cubicBezTo>
                      <a:pt x="10977" y="10289"/>
                      <a:pt x="10957" y="10284"/>
                      <a:pt x="10936" y="10284"/>
                    </a:cubicBezTo>
                    <a:cubicBezTo>
                      <a:pt x="10899" y="10284"/>
                      <a:pt x="10860" y="10300"/>
                      <a:pt x="10836" y="10336"/>
                    </a:cubicBezTo>
                    <a:cubicBezTo>
                      <a:pt x="10483" y="10735"/>
                      <a:pt x="10066" y="11087"/>
                      <a:pt x="9611" y="11366"/>
                    </a:cubicBezTo>
                    <a:cubicBezTo>
                      <a:pt x="9556" y="11393"/>
                      <a:pt x="9528" y="11458"/>
                      <a:pt x="9546" y="11523"/>
                    </a:cubicBezTo>
                    <a:lnTo>
                      <a:pt x="10010" y="12980"/>
                    </a:lnTo>
                    <a:cubicBezTo>
                      <a:pt x="10010" y="12989"/>
                      <a:pt x="10010" y="12998"/>
                      <a:pt x="10001" y="13008"/>
                    </a:cubicBezTo>
                    <a:lnTo>
                      <a:pt x="7877" y="13675"/>
                    </a:lnTo>
                    <a:cubicBezTo>
                      <a:pt x="7867" y="13675"/>
                      <a:pt x="7849" y="13666"/>
                      <a:pt x="7849" y="13657"/>
                    </a:cubicBezTo>
                    <a:lnTo>
                      <a:pt x="7385" y="12200"/>
                    </a:lnTo>
                    <a:cubicBezTo>
                      <a:pt x="7366" y="12145"/>
                      <a:pt x="7320" y="12108"/>
                      <a:pt x="7255" y="12108"/>
                    </a:cubicBezTo>
                    <a:lnTo>
                      <a:pt x="7246" y="12108"/>
                    </a:lnTo>
                    <a:cubicBezTo>
                      <a:pt x="7128" y="12116"/>
                      <a:pt x="7010" y="12120"/>
                      <a:pt x="6892" y="12120"/>
                    </a:cubicBezTo>
                    <a:cubicBezTo>
                      <a:pt x="6479" y="12120"/>
                      <a:pt x="6064" y="12070"/>
                      <a:pt x="5659" y="11969"/>
                    </a:cubicBezTo>
                    <a:cubicBezTo>
                      <a:pt x="5651" y="11967"/>
                      <a:pt x="5643" y="11967"/>
                      <a:pt x="5635" y="11967"/>
                    </a:cubicBezTo>
                    <a:cubicBezTo>
                      <a:pt x="5579" y="11967"/>
                      <a:pt x="5526" y="11994"/>
                      <a:pt x="5502" y="12043"/>
                    </a:cubicBezTo>
                    <a:lnTo>
                      <a:pt x="4797" y="13397"/>
                    </a:lnTo>
                    <a:cubicBezTo>
                      <a:pt x="4797" y="13404"/>
                      <a:pt x="4787" y="13410"/>
                      <a:pt x="4779" y="13410"/>
                    </a:cubicBezTo>
                    <a:cubicBezTo>
                      <a:pt x="4775" y="13410"/>
                      <a:pt x="4772" y="13409"/>
                      <a:pt x="4769" y="13406"/>
                    </a:cubicBezTo>
                    <a:lnTo>
                      <a:pt x="2793" y="12386"/>
                    </a:lnTo>
                    <a:cubicBezTo>
                      <a:pt x="2784" y="12377"/>
                      <a:pt x="2784" y="12367"/>
                      <a:pt x="2784" y="12358"/>
                    </a:cubicBezTo>
                    <a:lnTo>
                      <a:pt x="3489" y="10994"/>
                    </a:lnTo>
                    <a:cubicBezTo>
                      <a:pt x="3517" y="10939"/>
                      <a:pt x="3507" y="10874"/>
                      <a:pt x="3461" y="10828"/>
                    </a:cubicBezTo>
                    <a:cubicBezTo>
                      <a:pt x="3053" y="10475"/>
                      <a:pt x="2709" y="10067"/>
                      <a:pt x="2431" y="9612"/>
                    </a:cubicBezTo>
                    <a:cubicBezTo>
                      <a:pt x="2409" y="9568"/>
                      <a:pt x="2364" y="9542"/>
                      <a:pt x="2314" y="9542"/>
                    </a:cubicBezTo>
                    <a:cubicBezTo>
                      <a:pt x="2301" y="9542"/>
                      <a:pt x="2287" y="9543"/>
                      <a:pt x="2273" y="9547"/>
                    </a:cubicBezTo>
                    <a:lnTo>
                      <a:pt x="817" y="10011"/>
                    </a:lnTo>
                    <a:cubicBezTo>
                      <a:pt x="808" y="10011"/>
                      <a:pt x="789" y="10002"/>
                      <a:pt x="789" y="9993"/>
                    </a:cubicBezTo>
                    <a:lnTo>
                      <a:pt x="121" y="7878"/>
                    </a:lnTo>
                    <a:cubicBezTo>
                      <a:pt x="121" y="7868"/>
                      <a:pt x="121" y="7850"/>
                      <a:pt x="131" y="7850"/>
                    </a:cubicBezTo>
                    <a:lnTo>
                      <a:pt x="1596" y="7386"/>
                    </a:lnTo>
                    <a:cubicBezTo>
                      <a:pt x="1652" y="7367"/>
                      <a:pt x="1689" y="7312"/>
                      <a:pt x="1689" y="7247"/>
                    </a:cubicBezTo>
                    <a:cubicBezTo>
                      <a:pt x="1652" y="6709"/>
                      <a:pt x="1698" y="6180"/>
                      <a:pt x="1828" y="5651"/>
                    </a:cubicBezTo>
                    <a:cubicBezTo>
                      <a:pt x="1837" y="5595"/>
                      <a:pt x="1810" y="5531"/>
                      <a:pt x="1754" y="5503"/>
                    </a:cubicBezTo>
                    <a:lnTo>
                      <a:pt x="400" y="4798"/>
                    </a:lnTo>
                    <a:cubicBezTo>
                      <a:pt x="390" y="4788"/>
                      <a:pt x="381" y="4779"/>
                      <a:pt x="390" y="4770"/>
                    </a:cubicBezTo>
                    <a:lnTo>
                      <a:pt x="1411" y="2794"/>
                    </a:lnTo>
                    <a:cubicBezTo>
                      <a:pt x="1420" y="2785"/>
                      <a:pt x="1429" y="2785"/>
                      <a:pt x="1439" y="2785"/>
                    </a:cubicBezTo>
                    <a:lnTo>
                      <a:pt x="2802" y="3490"/>
                    </a:lnTo>
                    <a:cubicBezTo>
                      <a:pt x="2823" y="3500"/>
                      <a:pt x="2845" y="3505"/>
                      <a:pt x="2867" y="3505"/>
                    </a:cubicBezTo>
                    <a:cubicBezTo>
                      <a:pt x="2904" y="3505"/>
                      <a:pt x="2940" y="3491"/>
                      <a:pt x="2969" y="3462"/>
                    </a:cubicBezTo>
                    <a:cubicBezTo>
                      <a:pt x="3322" y="3054"/>
                      <a:pt x="3730" y="2710"/>
                      <a:pt x="4184" y="2432"/>
                    </a:cubicBezTo>
                    <a:cubicBezTo>
                      <a:pt x="4240" y="2395"/>
                      <a:pt x="4268" y="2330"/>
                      <a:pt x="4249" y="2274"/>
                    </a:cubicBezTo>
                    <a:lnTo>
                      <a:pt x="3786" y="818"/>
                    </a:lnTo>
                    <a:cubicBezTo>
                      <a:pt x="3786" y="799"/>
                      <a:pt x="3786" y="790"/>
                      <a:pt x="3804" y="790"/>
                    </a:cubicBezTo>
                    <a:lnTo>
                      <a:pt x="5919" y="122"/>
                    </a:lnTo>
                    <a:cubicBezTo>
                      <a:pt x="5922" y="119"/>
                      <a:pt x="5925" y="118"/>
                      <a:pt x="5928" y="118"/>
                    </a:cubicBezTo>
                    <a:close/>
                    <a:moveTo>
                      <a:pt x="5925" y="1"/>
                    </a:moveTo>
                    <a:cubicBezTo>
                      <a:pt x="5910" y="1"/>
                      <a:pt x="5896" y="4"/>
                      <a:pt x="5882" y="11"/>
                    </a:cubicBezTo>
                    <a:lnTo>
                      <a:pt x="3767" y="679"/>
                    </a:lnTo>
                    <a:cubicBezTo>
                      <a:pt x="3693" y="697"/>
                      <a:pt x="3656" y="781"/>
                      <a:pt x="3674" y="846"/>
                    </a:cubicBezTo>
                    <a:lnTo>
                      <a:pt x="4138" y="2312"/>
                    </a:lnTo>
                    <a:cubicBezTo>
                      <a:pt x="4138" y="2321"/>
                      <a:pt x="4138" y="2330"/>
                      <a:pt x="4129" y="2330"/>
                    </a:cubicBezTo>
                    <a:cubicBezTo>
                      <a:pt x="3656" y="2618"/>
                      <a:pt x="3238" y="2970"/>
                      <a:pt x="2876" y="3378"/>
                    </a:cubicBezTo>
                    <a:cubicBezTo>
                      <a:pt x="2867" y="3388"/>
                      <a:pt x="2858" y="3388"/>
                      <a:pt x="2849" y="3388"/>
                    </a:cubicBezTo>
                    <a:lnTo>
                      <a:pt x="1494" y="2683"/>
                    </a:lnTo>
                    <a:cubicBezTo>
                      <a:pt x="1474" y="2671"/>
                      <a:pt x="1453" y="2666"/>
                      <a:pt x="1431" y="2666"/>
                    </a:cubicBezTo>
                    <a:cubicBezTo>
                      <a:pt x="1383" y="2666"/>
                      <a:pt x="1334" y="2693"/>
                      <a:pt x="1309" y="2738"/>
                    </a:cubicBezTo>
                    <a:lnTo>
                      <a:pt x="288" y="4714"/>
                    </a:lnTo>
                    <a:cubicBezTo>
                      <a:pt x="251" y="4779"/>
                      <a:pt x="279" y="4863"/>
                      <a:pt x="344" y="4900"/>
                    </a:cubicBezTo>
                    <a:lnTo>
                      <a:pt x="1698" y="5605"/>
                    </a:lnTo>
                    <a:cubicBezTo>
                      <a:pt x="1708" y="5605"/>
                      <a:pt x="1717" y="5614"/>
                      <a:pt x="1708" y="5623"/>
                    </a:cubicBezTo>
                    <a:cubicBezTo>
                      <a:pt x="1578" y="6161"/>
                      <a:pt x="1531" y="6709"/>
                      <a:pt x="1568" y="7256"/>
                    </a:cubicBezTo>
                    <a:cubicBezTo>
                      <a:pt x="1568" y="7265"/>
                      <a:pt x="1568" y="7275"/>
                      <a:pt x="1559" y="7275"/>
                    </a:cubicBezTo>
                    <a:lnTo>
                      <a:pt x="93" y="7738"/>
                    </a:lnTo>
                    <a:cubicBezTo>
                      <a:pt x="66" y="7748"/>
                      <a:pt x="38" y="7766"/>
                      <a:pt x="19" y="7803"/>
                    </a:cubicBezTo>
                    <a:cubicBezTo>
                      <a:pt x="1" y="7831"/>
                      <a:pt x="1" y="7868"/>
                      <a:pt x="10" y="7905"/>
                    </a:cubicBezTo>
                    <a:lnTo>
                      <a:pt x="678" y="10030"/>
                    </a:lnTo>
                    <a:cubicBezTo>
                      <a:pt x="692" y="10087"/>
                      <a:pt x="746" y="10122"/>
                      <a:pt x="803" y="10122"/>
                    </a:cubicBezTo>
                    <a:cubicBezTo>
                      <a:pt x="820" y="10122"/>
                      <a:pt x="837" y="10119"/>
                      <a:pt x="854" y="10113"/>
                    </a:cubicBezTo>
                    <a:lnTo>
                      <a:pt x="2311" y="9659"/>
                    </a:lnTo>
                    <a:cubicBezTo>
                      <a:pt x="2313" y="9656"/>
                      <a:pt x="2316" y="9655"/>
                      <a:pt x="2318" y="9655"/>
                    </a:cubicBezTo>
                    <a:cubicBezTo>
                      <a:pt x="2324" y="9655"/>
                      <a:pt x="2329" y="9661"/>
                      <a:pt x="2329" y="9668"/>
                    </a:cubicBezTo>
                    <a:cubicBezTo>
                      <a:pt x="2617" y="10132"/>
                      <a:pt x="2969" y="10558"/>
                      <a:pt x="3387" y="10920"/>
                    </a:cubicBezTo>
                    <a:cubicBezTo>
                      <a:pt x="3387" y="10920"/>
                      <a:pt x="3396" y="10930"/>
                      <a:pt x="3387" y="10939"/>
                    </a:cubicBezTo>
                    <a:lnTo>
                      <a:pt x="2682" y="12302"/>
                    </a:lnTo>
                    <a:cubicBezTo>
                      <a:pt x="2645" y="12367"/>
                      <a:pt x="2672" y="12451"/>
                      <a:pt x="2737" y="12479"/>
                    </a:cubicBezTo>
                    <a:lnTo>
                      <a:pt x="4713" y="13508"/>
                    </a:lnTo>
                    <a:cubicBezTo>
                      <a:pt x="4733" y="13520"/>
                      <a:pt x="4755" y="13525"/>
                      <a:pt x="4776" y="13525"/>
                    </a:cubicBezTo>
                    <a:cubicBezTo>
                      <a:pt x="4825" y="13525"/>
                      <a:pt x="4873" y="13498"/>
                      <a:pt x="4899" y="13453"/>
                    </a:cubicBezTo>
                    <a:lnTo>
                      <a:pt x="5604" y="12089"/>
                    </a:lnTo>
                    <a:cubicBezTo>
                      <a:pt x="5613" y="12080"/>
                      <a:pt x="5622" y="12080"/>
                      <a:pt x="5632" y="12080"/>
                    </a:cubicBezTo>
                    <a:cubicBezTo>
                      <a:pt x="6043" y="12181"/>
                      <a:pt x="6465" y="12231"/>
                      <a:pt x="6890" y="12231"/>
                    </a:cubicBezTo>
                    <a:cubicBezTo>
                      <a:pt x="7012" y="12231"/>
                      <a:pt x="7133" y="12227"/>
                      <a:pt x="7255" y="12219"/>
                    </a:cubicBezTo>
                    <a:cubicBezTo>
                      <a:pt x="7264" y="12219"/>
                      <a:pt x="7274" y="12228"/>
                      <a:pt x="7274" y="12238"/>
                    </a:cubicBezTo>
                    <a:lnTo>
                      <a:pt x="7737" y="13694"/>
                    </a:lnTo>
                    <a:cubicBezTo>
                      <a:pt x="7747" y="13731"/>
                      <a:pt x="7775" y="13759"/>
                      <a:pt x="7802" y="13777"/>
                    </a:cubicBezTo>
                    <a:cubicBezTo>
                      <a:pt x="7821" y="13787"/>
                      <a:pt x="7849" y="13787"/>
                      <a:pt x="7867" y="13787"/>
                    </a:cubicBezTo>
                    <a:lnTo>
                      <a:pt x="7904" y="13787"/>
                    </a:lnTo>
                    <a:lnTo>
                      <a:pt x="10029" y="13119"/>
                    </a:lnTo>
                    <a:cubicBezTo>
                      <a:pt x="10066" y="13100"/>
                      <a:pt x="10094" y="13082"/>
                      <a:pt x="10112" y="13045"/>
                    </a:cubicBezTo>
                    <a:cubicBezTo>
                      <a:pt x="10131" y="13017"/>
                      <a:pt x="10131" y="12980"/>
                      <a:pt x="10122" y="12943"/>
                    </a:cubicBezTo>
                    <a:lnTo>
                      <a:pt x="9658" y="11486"/>
                    </a:lnTo>
                    <a:cubicBezTo>
                      <a:pt x="9658" y="11477"/>
                      <a:pt x="9658" y="11468"/>
                      <a:pt x="9667" y="11458"/>
                    </a:cubicBezTo>
                    <a:cubicBezTo>
                      <a:pt x="10131" y="11180"/>
                      <a:pt x="10558" y="10828"/>
                      <a:pt x="10919" y="10410"/>
                    </a:cubicBezTo>
                    <a:cubicBezTo>
                      <a:pt x="10919" y="10405"/>
                      <a:pt x="10922" y="10403"/>
                      <a:pt x="10925" y="10403"/>
                    </a:cubicBezTo>
                    <a:cubicBezTo>
                      <a:pt x="10929" y="10403"/>
                      <a:pt x="10933" y="10405"/>
                      <a:pt x="10938" y="10410"/>
                    </a:cubicBezTo>
                    <a:lnTo>
                      <a:pt x="12302" y="11115"/>
                    </a:lnTo>
                    <a:cubicBezTo>
                      <a:pt x="12321" y="11123"/>
                      <a:pt x="12341" y="11127"/>
                      <a:pt x="12361" y="11127"/>
                    </a:cubicBezTo>
                    <a:cubicBezTo>
                      <a:pt x="12411" y="11127"/>
                      <a:pt x="12461" y="11103"/>
                      <a:pt x="12487" y="11050"/>
                    </a:cubicBezTo>
                    <a:lnTo>
                      <a:pt x="13508" y="9083"/>
                    </a:lnTo>
                    <a:cubicBezTo>
                      <a:pt x="13545" y="9019"/>
                      <a:pt x="13517" y="8935"/>
                      <a:pt x="13452" y="8898"/>
                    </a:cubicBezTo>
                    <a:lnTo>
                      <a:pt x="12088" y="8193"/>
                    </a:lnTo>
                    <a:cubicBezTo>
                      <a:pt x="12079" y="8184"/>
                      <a:pt x="12079" y="8174"/>
                      <a:pt x="12079" y="8165"/>
                    </a:cubicBezTo>
                    <a:cubicBezTo>
                      <a:pt x="12209" y="7636"/>
                      <a:pt x="12264" y="7089"/>
                      <a:pt x="12227" y="6542"/>
                    </a:cubicBezTo>
                    <a:cubicBezTo>
                      <a:pt x="12227" y="6532"/>
                      <a:pt x="12227" y="6523"/>
                      <a:pt x="12237" y="6523"/>
                    </a:cubicBezTo>
                    <a:lnTo>
                      <a:pt x="13693" y="6059"/>
                    </a:lnTo>
                    <a:cubicBezTo>
                      <a:pt x="13730" y="6050"/>
                      <a:pt x="13758" y="6022"/>
                      <a:pt x="13777" y="5994"/>
                    </a:cubicBezTo>
                    <a:cubicBezTo>
                      <a:pt x="13795" y="5957"/>
                      <a:pt x="13795" y="5920"/>
                      <a:pt x="13786" y="5883"/>
                    </a:cubicBezTo>
                    <a:lnTo>
                      <a:pt x="13118" y="3768"/>
                    </a:lnTo>
                    <a:cubicBezTo>
                      <a:pt x="13095" y="3706"/>
                      <a:pt x="13040" y="3670"/>
                      <a:pt x="12980" y="3670"/>
                    </a:cubicBezTo>
                    <a:cubicBezTo>
                      <a:pt x="12967" y="3670"/>
                      <a:pt x="12954" y="3672"/>
                      <a:pt x="12942" y="3675"/>
                    </a:cubicBezTo>
                    <a:lnTo>
                      <a:pt x="11485" y="4139"/>
                    </a:lnTo>
                    <a:cubicBezTo>
                      <a:pt x="11476" y="4139"/>
                      <a:pt x="11467" y="4139"/>
                      <a:pt x="11457" y="4130"/>
                    </a:cubicBezTo>
                    <a:cubicBezTo>
                      <a:pt x="11179" y="3657"/>
                      <a:pt x="10827" y="3239"/>
                      <a:pt x="10409" y="2877"/>
                    </a:cubicBezTo>
                    <a:cubicBezTo>
                      <a:pt x="10400" y="2868"/>
                      <a:pt x="10400" y="2859"/>
                      <a:pt x="10409" y="2850"/>
                    </a:cubicBezTo>
                    <a:lnTo>
                      <a:pt x="11114" y="1495"/>
                    </a:lnTo>
                    <a:cubicBezTo>
                      <a:pt x="11142" y="1430"/>
                      <a:pt x="11123" y="1347"/>
                      <a:pt x="11049" y="1310"/>
                    </a:cubicBezTo>
                    <a:lnTo>
                      <a:pt x="9083" y="289"/>
                    </a:lnTo>
                    <a:cubicBezTo>
                      <a:pt x="9063" y="278"/>
                      <a:pt x="9041" y="273"/>
                      <a:pt x="9020" y="273"/>
                    </a:cubicBezTo>
                    <a:cubicBezTo>
                      <a:pt x="8971" y="273"/>
                      <a:pt x="8923" y="300"/>
                      <a:pt x="8897" y="345"/>
                    </a:cubicBezTo>
                    <a:lnTo>
                      <a:pt x="8192" y="1699"/>
                    </a:lnTo>
                    <a:cubicBezTo>
                      <a:pt x="8185" y="1706"/>
                      <a:pt x="8179" y="1712"/>
                      <a:pt x="8172" y="1712"/>
                    </a:cubicBezTo>
                    <a:cubicBezTo>
                      <a:pt x="8170" y="1712"/>
                      <a:pt x="8167" y="1711"/>
                      <a:pt x="8164" y="1709"/>
                    </a:cubicBezTo>
                    <a:cubicBezTo>
                      <a:pt x="7753" y="1608"/>
                      <a:pt x="7330" y="1557"/>
                      <a:pt x="6905" y="1557"/>
                    </a:cubicBezTo>
                    <a:cubicBezTo>
                      <a:pt x="6784" y="1557"/>
                      <a:pt x="6662" y="1561"/>
                      <a:pt x="6541" y="1569"/>
                    </a:cubicBezTo>
                    <a:cubicBezTo>
                      <a:pt x="6531" y="1569"/>
                      <a:pt x="6522" y="1560"/>
                      <a:pt x="6522" y="1560"/>
                    </a:cubicBezTo>
                    <a:lnTo>
                      <a:pt x="6058" y="94"/>
                    </a:lnTo>
                    <a:cubicBezTo>
                      <a:pt x="6049" y="67"/>
                      <a:pt x="6021" y="39"/>
                      <a:pt x="5993" y="20"/>
                    </a:cubicBezTo>
                    <a:cubicBezTo>
                      <a:pt x="5970" y="9"/>
                      <a:pt x="5948" y="1"/>
                      <a:pt x="592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51" name="Google Shape;251;p19"/>
              <p:cNvSpPr/>
              <p:nvPr/>
            </p:nvSpPr>
            <p:spPr>
              <a:xfrm>
                <a:off x="7073000" y="2596525"/>
                <a:ext cx="406100" cy="280875"/>
              </a:xfrm>
              <a:custGeom>
                <a:avLst/>
                <a:gdLst/>
                <a:ahLst/>
                <a:cxnLst/>
                <a:rect l="l" t="t" r="r" b="b"/>
                <a:pathLst>
                  <a:path w="16244" h="11235" extrusionOk="0">
                    <a:moveTo>
                      <a:pt x="418" y="0"/>
                    </a:moveTo>
                    <a:cubicBezTo>
                      <a:pt x="186" y="0"/>
                      <a:pt x="0" y="186"/>
                      <a:pt x="0" y="427"/>
                    </a:cubicBezTo>
                    <a:lnTo>
                      <a:pt x="0" y="11086"/>
                    </a:lnTo>
                    <a:cubicBezTo>
                      <a:pt x="0" y="11169"/>
                      <a:pt x="65" y="11234"/>
                      <a:pt x="149" y="11234"/>
                    </a:cubicBezTo>
                    <a:lnTo>
                      <a:pt x="16095" y="11234"/>
                    </a:lnTo>
                    <a:cubicBezTo>
                      <a:pt x="16179" y="11234"/>
                      <a:pt x="16244" y="11169"/>
                      <a:pt x="16244" y="11086"/>
                    </a:cubicBezTo>
                    <a:lnTo>
                      <a:pt x="16244" y="427"/>
                    </a:lnTo>
                    <a:cubicBezTo>
                      <a:pt x="16244" y="186"/>
                      <a:pt x="16058" y="0"/>
                      <a:pt x="1582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52" name="Google Shape;252;p19"/>
              <p:cNvSpPr/>
              <p:nvPr/>
            </p:nvSpPr>
            <p:spPr>
              <a:xfrm>
                <a:off x="7071375" y="2595125"/>
                <a:ext cx="409350" cy="283650"/>
              </a:xfrm>
              <a:custGeom>
                <a:avLst/>
                <a:gdLst/>
                <a:ahLst/>
                <a:cxnLst/>
                <a:rect l="l" t="t" r="r" b="b"/>
                <a:pathLst>
                  <a:path w="16374" h="11346" extrusionOk="0">
                    <a:moveTo>
                      <a:pt x="15882" y="112"/>
                    </a:moveTo>
                    <a:cubicBezTo>
                      <a:pt x="16086" y="112"/>
                      <a:pt x="16253" y="279"/>
                      <a:pt x="16253" y="483"/>
                    </a:cubicBezTo>
                    <a:lnTo>
                      <a:pt x="16253" y="11142"/>
                    </a:lnTo>
                    <a:cubicBezTo>
                      <a:pt x="16253" y="11188"/>
                      <a:pt x="16216" y="11235"/>
                      <a:pt x="16160" y="11235"/>
                    </a:cubicBezTo>
                    <a:lnTo>
                      <a:pt x="204" y="11235"/>
                    </a:lnTo>
                    <a:cubicBezTo>
                      <a:pt x="158" y="11235"/>
                      <a:pt x="121" y="11188"/>
                      <a:pt x="121" y="11142"/>
                    </a:cubicBezTo>
                    <a:lnTo>
                      <a:pt x="121" y="483"/>
                    </a:lnTo>
                    <a:cubicBezTo>
                      <a:pt x="121" y="279"/>
                      <a:pt x="279" y="112"/>
                      <a:pt x="483" y="112"/>
                    </a:cubicBezTo>
                    <a:close/>
                    <a:moveTo>
                      <a:pt x="483" y="1"/>
                    </a:moveTo>
                    <a:cubicBezTo>
                      <a:pt x="223" y="1"/>
                      <a:pt x="0" y="214"/>
                      <a:pt x="0" y="483"/>
                    </a:cubicBezTo>
                    <a:lnTo>
                      <a:pt x="0" y="11142"/>
                    </a:lnTo>
                    <a:cubicBezTo>
                      <a:pt x="0" y="11253"/>
                      <a:pt x="93" y="11346"/>
                      <a:pt x="214" y="11346"/>
                    </a:cubicBezTo>
                    <a:lnTo>
                      <a:pt x="16160" y="11346"/>
                    </a:lnTo>
                    <a:cubicBezTo>
                      <a:pt x="16281" y="11346"/>
                      <a:pt x="16364" y="11253"/>
                      <a:pt x="16374" y="11142"/>
                    </a:cubicBezTo>
                    <a:lnTo>
                      <a:pt x="16374" y="483"/>
                    </a:lnTo>
                    <a:cubicBezTo>
                      <a:pt x="16374" y="214"/>
                      <a:pt x="16151" y="1"/>
                      <a:pt x="1589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53" name="Google Shape;253;p19"/>
              <p:cNvSpPr/>
              <p:nvPr/>
            </p:nvSpPr>
            <p:spPr>
              <a:xfrm>
                <a:off x="7102675" y="2623425"/>
                <a:ext cx="346750" cy="227075"/>
              </a:xfrm>
              <a:custGeom>
                <a:avLst/>
                <a:gdLst/>
                <a:ahLst/>
                <a:cxnLst/>
                <a:rect l="l" t="t" r="r" b="b"/>
                <a:pathLst>
                  <a:path w="13870" h="9083" extrusionOk="0">
                    <a:moveTo>
                      <a:pt x="1" y="0"/>
                    </a:moveTo>
                    <a:lnTo>
                      <a:pt x="1" y="9082"/>
                    </a:lnTo>
                    <a:lnTo>
                      <a:pt x="13869" y="9082"/>
                    </a:lnTo>
                    <a:lnTo>
                      <a:pt x="13869" y="7403"/>
                    </a:lnTo>
                    <a:lnTo>
                      <a:pt x="13869" y="2097"/>
                    </a:lnTo>
                    <a:lnTo>
                      <a:pt x="1386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54" name="Google Shape;254;p19"/>
              <p:cNvSpPr/>
              <p:nvPr/>
            </p:nvSpPr>
            <p:spPr>
              <a:xfrm>
                <a:off x="7101050" y="2622025"/>
                <a:ext cx="349775" cy="229850"/>
              </a:xfrm>
              <a:custGeom>
                <a:avLst/>
                <a:gdLst/>
                <a:ahLst/>
                <a:cxnLst/>
                <a:rect l="l" t="t" r="r" b="b"/>
                <a:pathLst>
                  <a:path w="13991" h="9194" extrusionOk="0">
                    <a:moveTo>
                      <a:pt x="66" y="1"/>
                    </a:moveTo>
                    <a:cubicBezTo>
                      <a:pt x="29" y="1"/>
                      <a:pt x="1" y="28"/>
                      <a:pt x="1" y="56"/>
                    </a:cubicBezTo>
                    <a:lnTo>
                      <a:pt x="1" y="9138"/>
                    </a:lnTo>
                    <a:cubicBezTo>
                      <a:pt x="1" y="9166"/>
                      <a:pt x="29" y="9194"/>
                      <a:pt x="66" y="9194"/>
                    </a:cubicBezTo>
                    <a:lnTo>
                      <a:pt x="13934" y="9194"/>
                    </a:lnTo>
                    <a:cubicBezTo>
                      <a:pt x="13971" y="9194"/>
                      <a:pt x="13990" y="9166"/>
                      <a:pt x="13990" y="9138"/>
                    </a:cubicBezTo>
                    <a:lnTo>
                      <a:pt x="13990" y="7459"/>
                    </a:lnTo>
                    <a:cubicBezTo>
                      <a:pt x="13990" y="7422"/>
                      <a:pt x="13971" y="7394"/>
                      <a:pt x="13934" y="7394"/>
                    </a:cubicBezTo>
                    <a:cubicBezTo>
                      <a:pt x="13907" y="7394"/>
                      <a:pt x="13879" y="7422"/>
                      <a:pt x="13879" y="7459"/>
                    </a:cubicBezTo>
                    <a:lnTo>
                      <a:pt x="13879" y="9073"/>
                    </a:lnTo>
                    <a:lnTo>
                      <a:pt x="121" y="9073"/>
                    </a:lnTo>
                    <a:lnTo>
                      <a:pt x="121" y="112"/>
                    </a:lnTo>
                    <a:lnTo>
                      <a:pt x="13879" y="112"/>
                    </a:lnTo>
                    <a:lnTo>
                      <a:pt x="13879" y="2153"/>
                    </a:lnTo>
                    <a:cubicBezTo>
                      <a:pt x="13879" y="2190"/>
                      <a:pt x="13907" y="2218"/>
                      <a:pt x="13934" y="2218"/>
                    </a:cubicBezTo>
                    <a:cubicBezTo>
                      <a:pt x="13971" y="2218"/>
                      <a:pt x="13990" y="2190"/>
                      <a:pt x="13990" y="2153"/>
                    </a:cubicBezTo>
                    <a:lnTo>
                      <a:pt x="13990" y="56"/>
                    </a:lnTo>
                    <a:cubicBezTo>
                      <a:pt x="13990" y="28"/>
                      <a:pt x="13971" y="1"/>
                      <a:pt x="1393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55" name="Google Shape;255;p19"/>
              <p:cNvSpPr/>
              <p:nvPr/>
            </p:nvSpPr>
            <p:spPr>
              <a:xfrm>
                <a:off x="7448000" y="2694150"/>
                <a:ext cx="2825" cy="76100"/>
              </a:xfrm>
              <a:custGeom>
                <a:avLst/>
                <a:gdLst/>
                <a:ahLst/>
                <a:cxnLst/>
                <a:rect l="l" t="t" r="r" b="b"/>
                <a:pathLst>
                  <a:path w="113" h="3044" extrusionOk="0">
                    <a:moveTo>
                      <a:pt x="56" y="1"/>
                    </a:moveTo>
                    <a:cubicBezTo>
                      <a:pt x="29" y="1"/>
                      <a:pt x="1" y="28"/>
                      <a:pt x="1" y="66"/>
                    </a:cubicBezTo>
                    <a:lnTo>
                      <a:pt x="1" y="2988"/>
                    </a:lnTo>
                    <a:cubicBezTo>
                      <a:pt x="1" y="3025"/>
                      <a:pt x="29" y="3043"/>
                      <a:pt x="56" y="3043"/>
                    </a:cubicBezTo>
                    <a:cubicBezTo>
                      <a:pt x="93" y="3043"/>
                      <a:pt x="112" y="3025"/>
                      <a:pt x="112" y="2988"/>
                    </a:cubicBezTo>
                    <a:lnTo>
                      <a:pt x="112" y="66"/>
                    </a:lnTo>
                    <a:cubicBezTo>
                      <a:pt x="112" y="28"/>
                      <a:pt x="84" y="1"/>
                      <a:pt x="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56" name="Google Shape;256;p19"/>
              <p:cNvSpPr/>
              <p:nvPr/>
            </p:nvSpPr>
            <p:spPr>
              <a:xfrm>
                <a:off x="7271525" y="2605800"/>
                <a:ext cx="9050" cy="9075"/>
              </a:xfrm>
              <a:custGeom>
                <a:avLst/>
                <a:gdLst/>
                <a:ahLst/>
                <a:cxnLst/>
                <a:rect l="l" t="t" r="r" b="b"/>
                <a:pathLst>
                  <a:path w="362" h="363" extrusionOk="0">
                    <a:moveTo>
                      <a:pt x="176" y="112"/>
                    </a:moveTo>
                    <a:cubicBezTo>
                      <a:pt x="214" y="112"/>
                      <a:pt x="251" y="139"/>
                      <a:pt x="251" y="177"/>
                    </a:cubicBezTo>
                    <a:cubicBezTo>
                      <a:pt x="251" y="214"/>
                      <a:pt x="214" y="251"/>
                      <a:pt x="176" y="251"/>
                    </a:cubicBezTo>
                    <a:cubicBezTo>
                      <a:pt x="139" y="251"/>
                      <a:pt x="111" y="214"/>
                      <a:pt x="111" y="177"/>
                    </a:cubicBezTo>
                    <a:cubicBezTo>
                      <a:pt x="111" y="149"/>
                      <a:pt x="139" y="112"/>
                      <a:pt x="176" y="112"/>
                    </a:cubicBezTo>
                    <a:close/>
                    <a:moveTo>
                      <a:pt x="176" y="0"/>
                    </a:moveTo>
                    <a:cubicBezTo>
                      <a:pt x="84" y="0"/>
                      <a:pt x="0" y="84"/>
                      <a:pt x="0" y="177"/>
                    </a:cubicBezTo>
                    <a:cubicBezTo>
                      <a:pt x="0" y="279"/>
                      <a:pt x="84" y="362"/>
                      <a:pt x="176" y="362"/>
                    </a:cubicBezTo>
                    <a:cubicBezTo>
                      <a:pt x="278" y="362"/>
                      <a:pt x="362" y="279"/>
                      <a:pt x="362" y="177"/>
                    </a:cubicBezTo>
                    <a:cubicBezTo>
                      <a:pt x="362" y="84"/>
                      <a:pt x="278" y="0"/>
                      <a:pt x="17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57" name="Google Shape;257;p19"/>
              <p:cNvSpPr/>
              <p:nvPr/>
            </p:nvSpPr>
            <p:spPr>
              <a:xfrm>
                <a:off x="7006425" y="2875275"/>
                <a:ext cx="539250" cy="36450"/>
              </a:xfrm>
              <a:custGeom>
                <a:avLst/>
                <a:gdLst/>
                <a:ahLst/>
                <a:cxnLst/>
                <a:rect l="l" t="t" r="r" b="b"/>
                <a:pathLst>
                  <a:path w="21570" h="1458" extrusionOk="0">
                    <a:moveTo>
                      <a:pt x="1" y="1"/>
                    </a:moveTo>
                    <a:lnTo>
                      <a:pt x="1" y="882"/>
                    </a:lnTo>
                    <a:cubicBezTo>
                      <a:pt x="1" y="1197"/>
                      <a:pt x="251" y="1457"/>
                      <a:pt x="567" y="1457"/>
                    </a:cubicBezTo>
                    <a:lnTo>
                      <a:pt x="21003" y="1457"/>
                    </a:lnTo>
                    <a:cubicBezTo>
                      <a:pt x="21309" y="1457"/>
                      <a:pt x="21569" y="1197"/>
                      <a:pt x="21569" y="882"/>
                    </a:cubicBezTo>
                    <a:lnTo>
                      <a:pt x="2156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58" name="Google Shape;258;p19"/>
              <p:cNvSpPr/>
              <p:nvPr/>
            </p:nvSpPr>
            <p:spPr>
              <a:xfrm>
                <a:off x="7005050" y="2873900"/>
                <a:ext cx="542000" cy="39200"/>
              </a:xfrm>
              <a:custGeom>
                <a:avLst/>
                <a:gdLst/>
                <a:ahLst/>
                <a:cxnLst/>
                <a:rect l="l" t="t" r="r" b="b"/>
                <a:pathLst>
                  <a:path w="21680" h="1568" extrusionOk="0">
                    <a:moveTo>
                      <a:pt x="21569" y="111"/>
                    </a:moveTo>
                    <a:lnTo>
                      <a:pt x="21569" y="937"/>
                    </a:lnTo>
                    <a:cubicBezTo>
                      <a:pt x="21569" y="1225"/>
                      <a:pt x="21337" y="1447"/>
                      <a:pt x="21058" y="1447"/>
                    </a:cubicBezTo>
                    <a:lnTo>
                      <a:pt x="622" y="1447"/>
                    </a:lnTo>
                    <a:cubicBezTo>
                      <a:pt x="343" y="1447"/>
                      <a:pt x="112" y="1225"/>
                      <a:pt x="112" y="937"/>
                    </a:cubicBezTo>
                    <a:lnTo>
                      <a:pt x="112" y="111"/>
                    </a:lnTo>
                    <a:close/>
                    <a:moveTo>
                      <a:pt x="56" y="0"/>
                    </a:moveTo>
                    <a:cubicBezTo>
                      <a:pt x="19" y="0"/>
                      <a:pt x="0" y="19"/>
                      <a:pt x="0" y="56"/>
                    </a:cubicBezTo>
                    <a:lnTo>
                      <a:pt x="0" y="937"/>
                    </a:lnTo>
                    <a:cubicBezTo>
                      <a:pt x="0" y="1290"/>
                      <a:pt x="279" y="1568"/>
                      <a:pt x="622" y="1568"/>
                    </a:cubicBezTo>
                    <a:lnTo>
                      <a:pt x="21058" y="1568"/>
                    </a:lnTo>
                    <a:cubicBezTo>
                      <a:pt x="21402" y="1568"/>
                      <a:pt x="21680" y="1290"/>
                      <a:pt x="21680" y="937"/>
                    </a:cubicBezTo>
                    <a:lnTo>
                      <a:pt x="21680" y="56"/>
                    </a:lnTo>
                    <a:cubicBezTo>
                      <a:pt x="21680" y="19"/>
                      <a:pt x="21652" y="0"/>
                      <a:pt x="2162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59" name="Google Shape;259;p19"/>
              <p:cNvSpPr/>
              <p:nvPr/>
            </p:nvSpPr>
            <p:spPr>
              <a:xfrm>
                <a:off x="7010150" y="2901725"/>
                <a:ext cx="531800" cy="2800"/>
              </a:xfrm>
              <a:custGeom>
                <a:avLst/>
                <a:gdLst/>
                <a:ahLst/>
                <a:cxnLst/>
                <a:rect l="l" t="t" r="r" b="b"/>
                <a:pathLst>
                  <a:path w="21272" h="112" extrusionOk="0">
                    <a:moveTo>
                      <a:pt x="56" y="0"/>
                    </a:moveTo>
                    <a:cubicBezTo>
                      <a:pt x="28" y="0"/>
                      <a:pt x="0" y="19"/>
                      <a:pt x="0" y="56"/>
                    </a:cubicBezTo>
                    <a:cubicBezTo>
                      <a:pt x="0" y="84"/>
                      <a:pt x="28" y="112"/>
                      <a:pt x="56" y="112"/>
                    </a:cubicBezTo>
                    <a:lnTo>
                      <a:pt x="21216" y="112"/>
                    </a:lnTo>
                    <a:cubicBezTo>
                      <a:pt x="21244" y="112"/>
                      <a:pt x="21272" y="84"/>
                      <a:pt x="21272" y="56"/>
                    </a:cubicBezTo>
                    <a:cubicBezTo>
                      <a:pt x="21272" y="19"/>
                      <a:pt x="21244" y="0"/>
                      <a:pt x="2121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60" name="Google Shape;260;p19"/>
              <p:cNvSpPr/>
              <p:nvPr/>
            </p:nvSpPr>
            <p:spPr>
              <a:xfrm>
                <a:off x="7224425" y="2877600"/>
                <a:ext cx="103000" cy="11400"/>
              </a:xfrm>
              <a:custGeom>
                <a:avLst/>
                <a:gdLst/>
                <a:ahLst/>
                <a:cxnLst/>
                <a:rect l="l" t="t" r="r" b="b"/>
                <a:pathLst>
                  <a:path w="4120" h="456" extrusionOk="0">
                    <a:moveTo>
                      <a:pt x="1" y="0"/>
                    </a:moveTo>
                    <a:lnTo>
                      <a:pt x="1" y="455"/>
                    </a:lnTo>
                    <a:lnTo>
                      <a:pt x="4120" y="455"/>
                    </a:lnTo>
                    <a:lnTo>
                      <a:pt x="412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61" name="Google Shape;261;p19"/>
              <p:cNvSpPr/>
              <p:nvPr/>
            </p:nvSpPr>
            <p:spPr>
              <a:xfrm>
                <a:off x="7223050" y="2875975"/>
                <a:ext cx="106000" cy="14400"/>
              </a:xfrm>
              <a:custGeom>
                <a:avLst/>
                <a:gdLst/>
                <a:ahLst/>
                <a:cxnLst/>
                <a:rect l="l" t="t" r="r" b="b"/>
                <a:pathLst>
                  <a:path w="4240" h="576" extrusionOk="0">
                    <a:moveTo>
                      <a:pt x="4119" y="121"/>
                    </a:moveTo>
                    <a:lnTo>
                      <a:pt x="4119" y="455"/>
                    </a:lnTo>
                    <a:lnTo>
                      <a:pt x="121" y="455"/>
                    </a:lnTo>
                    <a:lnTo>
                      <a:pt x="121" y="121"/>
                    </a:lnTo>
                    <a:close/>
                    <a:moveTo>
                      <a:pt x="65" y="1"/>
                    </a:moveTo>
                    <a:cubicBezTo>
                      <a:pt x="28" y="1"/>
                      <a:pt x="0" y="28"/>
                      <a:pt x="0" y="65"/>
                    </a:cubicBezTo>
                    <a:lnTo>
                      <a:pt x="0" y="520"/>
                    </a:lnTo>
                    <a:cubicBezTo>
                      <a:pt x="0" y="548"/>
                      <a:pt x="28" y="576"/>
                      <a:pt x="65" y="576"/>
                    </a:cubicBezTo>
                    <a:lnTo>
                      <a:pt x="4175" y="576"/>
                    </a:lnTo>
                    <a:cubicBezTo>
                      <a:pt x="4212" y="576"/>
                      <a:pt x="4240" y="548"/>
                      <a:pt x="4240" y="520"/>
                    </a:cubicBezTo>
                    <a:lnTo>
                      <a:pt x="4240" y="65"/>
                    </a:lnTo>
                    <a:cubicBezTo>
                      <a:pt x="4240" y="28"/>
                      <a:pt x="4212" y="1"/>
                      <a:pt x="417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62" name="Google Shape;262;p19"/>
              <p:cNvSpPr/>
              <p:nvPr/>
            </p:nvSpPr>
            <p:spPr>
              <a:xfrm>
                <a:off x="7171800" y="2666550"/>
                <a:ext cx="186025" cy="158900"/>
              </a:xfrm>
              <a:custGeom>
                <a:avLst/>
                <a:gdLst/>
                <a:ahLst/>
                <a:cxnLst/>
                <a:rect l="l" t="t" r="r" b="b"/>
                <a:pathLst>
                  <a:path w="7441" h="6356" extrusionOk="0">
                    <a:moveTo>
                      <a:pt x="297" y="1"/>
                    </a:moveTo>
                    <a:cubicBezTo>
                      <a:pt x="139" y="1"/>
                      <a:pt x="0" y="131"/>
                      <a:pt x="0" y="298"/>
                    </a:cubicBezTo>
                    <a:lnTo>
                      <a:pt x="0" y="6058"/>
                    </a:lnTo>
                    <a:cubicBezTo>
                      <a:pt x="0" y="6225"/>
                      <a:pt x="139" y="6355"/>
                      <a:pt x="297" y="6355"/>
                    </a:cubicBezTo>
                    <a:lnTo>
                      <a:pt x="7143" y="6355"/>
                    </a:lnTo>
                    <a:cubicBezTo>
                      <a:pt x="7301" y="6355"/>
                      <a:pt x="7440" y="6225"/>
                      <a:pt x="7431" y="6058"/>
                    </a:cubicBezTo>
                    <a:lnTo>
                      <a:pt x="7431" y="298"/>
                    </a:lnTo>
                    <a:cubicBezTo>
                      <a:pt x="7431" y="131"/>
                      <a:pt x="7301" y="1"/>
                      <a:pt x="7143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63" name="Google Shape;263;p19"/>
              <p:cNvSpPr/>
              <p:nvPr/>
            </p:nvSpPr>
            <p:spPr>
              <a:xfrm>
                <a:off x="7184075" y="2654025"/>
                <a:ext cx="186025" cy="158900"/>
              </a:xfrm>
              <a:custGeom>
                <a:avLst/>
                <a:gdLst/>
                <a:ahLst/>
                <a:cxnLst/>
                <a:rect l="l" t="t" r="r" b="b"/>
                <a:pathLst>
                  <a:path w="7441" h="6356" extrusionOk="0">
                    <a:moveTo>
                      <a:pt x="353" y="1"/>
                    </a:moveTo>
                    <a:cubicBezTo>
                      <a:pt x="159" y="1"/>
                      <a:pt x="1" y="159"/>
                      <a:pt x="1" y="344"/>
                    </a:cubicBezTo>
                    <a:lnTo>
                      <a:pt x="1" y="6012"/>
                    </a:lnTo>
                    <a:cubicBezTo>
                      <a:pt x="1" y="6198"/>
                      <a:pt x="159" y="6355"/>
                      <a:pt x="353" y="6355"/>
                    </a:cubicBezTo>
                    <a:lnTo>
                      <a:pt x="7088" y="6355"/>
                    </a:lnTo>
                    <a:cubicBezTo>
                      <a:pt x="7283" y="6355"/>
                      <a:pt x="7441" y="6198"/>
                      <a:pt x="7441" y="6012"/>
                    </a:cubicBezTo>
                    <a:lnTo>
                      <a:pt x="7441" y="344"/>
                    </a:lnTo>
                    <a:cubicBezTo>
                      <a:pt x="7441" y="159"/>
                      <a:pt x="7283" y="1"/>
                      <a:pt x="708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64" name="Google Shape;264;p19"/>
              <p:cNvSpPr/>
              <p:nvPr/>
            </p:nvSpPr>
            <p:spPr>
              <a:xfrm>
                <a:off x="7182700" y="2652400"/>
                <a:ext cx="188800" cy="162150"/>
              </a:xfrm>
              <a:custGeom>
                <a:avLst/>
                <a:gdLst/>
                <a:ahLst/>
                <a:cxnLst/>
                <a:rect l="l" t="t" r="r" b="b"/>
                <a:pathLst>
                  <a:path w="7552" h="6486" extrusionOk="0">
                    <a:moveTo>
                      <a:pt x="7143" y="121"/>
                    </a:moveTo>
                    <a:cubicBezTo>
                      <a:pt x="7301" y="121"/>
                      <a:pt x="7431" y="251"/>
                      <a:pt x="7431" y="409"/>
                    </a:cubicBezTo>
                    <a:lnTo>
                      <a:pt x="7431" y="6077"/>
                    </a:lnTo>
                    <a:cubicBezTo>
                      <a:pt x="7431" y="6235"/>
                      <a:pt x="7301" y="6365"/>
                      <a:pt x="7143" y="6365"/>
                    </a:cubicBezTo>
                    <a:lnTo>
                      <a:pt x="408" y="6365"/>
                    </a:lnTo>
                    <a:cubicBezTo>
                      <a:pt x="251" y="6365"/>
                      <a:pt x="121" y="6235"/>
                      <a:pt x="121" y="6077"/>
                    </a:cubicBezTo>
                    <a:lnTo>
                      <a:pt x="121" y="409"/>
                    </a:lnTo>
                    <a:cubicBezTo>
                      <a:pt x="121" y="251"/>
                      <a:pt x="251" y="121"/>
                      <a:pt x="408" y="121"/>
                    </a:cubicBezTo>
                    <a:close/>
                    <a:moveTo>
                      <a:pt x="408" y="1"/>
                    </a:moveTo>
                    <a:cubicBezTo>
                      <a:pt x="186" y="1"/>
                      <a:pt x="0" y="186"/>
                      <a:pt x="0" y="409"/>
                    </a:cubicBezTo>
                    <a:lnTo>
                      <a:pt x="0" y="6077"/>
                    </a:lnTo>
                    <a:cubicBezTo>
                      <a:pt x="0" y="6300"/>
                      <a:pt x="186" y="6485"/>
                      <a:pt x="408" y="6485"/>
                    </a:cubicBezTo>
                    <a:lnTo>
                      <a:pt x="7143" y="6485"/>
                    </a:lnTo>
                    <a:cubicBezTo>
                      <a:pt x="7366" y="6485"/>
                      <a:pt x="7551" y="6300"/>
                      <a:pt x="7551" y="6077"/>
                    </a:cubicBezTo>
                    <a:lnTo>
                      <a:pt x="7551" y="409"/>
                    </a:lnTo>
                    <a:cubicBezTo>
                      <a:pt x="7551" y="186"/>
                      <a:pt x="7366" y="1"/>
                      <a:pt x="714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65" name="Google Shape;265;p19"/>
              <p:cNvSpPr/>
              <p:nvPr/>
            </p:nvSpPr>
            <p:spPr>
              <a:xfrm>
                <a:off x="7212850" y="2737750"/>
                <a:ext cx="128275" cy="17200"/>
              </a:xfrm>
              <a:custGeom>
                <a:avLst/>
                <a:gdLst/>
                <a:ahLst/>
                <a:cxnLst/>
                <a:rect l="l" t="t" r="r" b="b"/>
                <a:pathLst>
                  <a:path w="5131" h="688" extrusionOk="0">
                    <a:moveTo>
                      <a:pt x="316" y="1"/>
                    </a:moveTo>
                    <a:cubicBezTo>
                      <a:pt x="139" y="1"/>
                      <a:pt x="0" y="140"/>
                      <a:pt x="0" y="325"/>
                    </a:cubicBezTo>
                    <a:lnTo>
                      <a:pt x="0" y="362"/>
                    </a:lnTo>
                    <a:cubicBezTo>
                      <a:pt x="0" y="539"/>
                      <a:pt x="139" y="687"/>
                      <a:pt x="316" y="687"/>
                    </a:cubicBezTo>
                    <a:lnTo>
                      <a:pt x="4805" y="687"/>
                    </a:lnTo>
                    <a:cubicBezTo>
                      <a:pt x="4982" y="687"/>
                      <a:pt x="5130" y="539"/>
                      <a:pt x="5130" y="362"/>
                    </a:cubicBezTo>
                    <a:lnTo>
                      <a:pt x="5130" y="325"/>
                    </a:lnTo>
                    <a:cubicBezTo>
                      <a:pt x="5130" y="140"/>
                      <a:pt x="4982" y="1"/>
                      <a:pt x="480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66" name="Google Shape;266;p19"/>
              <p:cNvSpPr/>
              <p:nvPr/>
            </p:nvSpPr>
            <p:spPr>
              <a:xfrm>
                <a:off x="7211225" y="2736375"/>
                <a:ext cx="131275" cy="19950"/>
              </a:xfrm>
              <a:custGeom>
                <a:avLst/>
                <a:gdLst/>
                <a:ahLst/>
                <a:cxnLst/>
                <a:rect l="l" t="t" r="r" b="b"/>
                <a:pathLst>
                  <a:path w="5251" h="798" extrusionOk="0">
                    <a:moveTo>
                      <a:pt x="4870" y="111"/>
                    </a:moveTo>
                    <a:cubicBezTo>
                      <a:pt x="5019" y="111"/>
                      <a:pt x="5130" y="232"/>
                      <a:pt x="5130" y="380"/>
                    </a:cubicBezTo>
                    <a:lnTo>
                      <a:pt x="5130" y="417"/>
                    </a:lnTo>
                    <a:cubicBezTo>
                      <a:pt x="5130" y="566"/>
                      <a:pt x="5019" y="677"/>
                      <a:pt x="4870" y="677"/>
                    </a:cubicBezTo>
                    <a:lnTo>
                      <a:pt x="381" y="677"/>
                    </a:lnTo>
                    <a:cubicBezTo>
                      <a:pt x="241" y="677"/>
                      <a:pt x="121" y="566"/>
                      <a:pt x="121" y="417"/>
                    </a:cubicBezTo>
                    <a:lnTo>
                      <a:pt x="121" y="380"/>
                    </a:lnTo>
                    <a:cubicBezTo>
                      <a:pt x="121" y="232"/>
                      <a:pt x="241" y="111"/>
                      <a:pt x="381" y="111"/>
                    </a:cubicBezTo>
                    <a:close/>
                    <a:moveTo>
                      <a:pt x="381" y="0"/>
                    </a:moveTo>
                    <a:cubicBezTo>
                      <a:pt x="176" y="0"/>
                      <a:pt x="0" y="167"/>
                      <a:pt x="0" y="380"/>
                    </a:cubicBezTo>
                    <a:lnTo>
                      <a:pt x="0" y="417"/>
                    </a:lnTo>
                    <a:cubicBezTo>
                      <a:pt x="0" y="631"/>
                      <a:pt x="176" y="798"/>
                      <a:pt x="381" y="798"/>
                    </a:cubicBezTo>
                    <a:lnTo>
                      <a:pt x="4870" y="798"/>
                    </a:lnTo>
                    <a:cubicBezTo>
                      <a:pt x="5084" y="798"/>
                      <a:pt x="5251" y="631"/>
                      <a:pt x="5251" y="417"/>
                    </a:cubicBezTo>
                    <a:lnTo>
                      <a:pt x="5251" y="380"/>
                    </a:lnTo>
                    <a:cubicBezTo>
                      <a:pt x="5251" y="167"/>
                      <a:pt x="5084" y="0"/>
                      <a:pt x="48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67" name="Google Shape;267;p19"/>
              <p:cNvSpPr/>
              <p:nvPr/>
            </p:nvSpPr>
            <p:spPr>
              <a:xfrm>
                <a:off x="7226750" y="2742400"/>
                <a:ext cx="99525" cy="7200"/>
              </a:xfrm>
              <a:custGeom>
                <a:avLst/>
                <a:gdLst/>
                <a:ahLst/>
                <a:cxnLst/>
                <a:rect l="l" t="t" r="r" b="b"/>
                <a:pathLst>
                  <a:path w="3981" h="288" extrusionOk="0">
                    <a:moveTo>
                      <a:pt x="3851" y="56"/>
                    </a:moveTo>
                    <a:cubicBezTo>
                      <a:pt x="3888" y="56"/>
                      <a:pt x="3925" y="93"/>
                      <a:pt x="3925" y="130"/>
                    </a:cubicBezTo>
                    <a:lnTo>
                      <a:pt x="3925" y="149"/>
                    </a:lnTo>
                    <a:cubicBezTo>
                      <a:pt x="3925" y="195"/>
                      <a:pt x="3888" y="223"/>
                      <a:pt x="3851" y="223"/>
                    </a:cubicBezTo>
                    <a:lnTo>
                      <a:pt x="140" y="223"/>
                    </a:lnTo>
                    <a:cubicBezTo>
                      <a:pt x="94" y="223"/>
                      <a:pt x="56" y="195"/>
                      <a:pt x="56" y="149"/>
                    </a:cubicBezTo>
                    <a:lnTo>
                      <a:pt x="56" y="130"/>
                    </a:lnTo>
                    <a:cubicBezTo>
                      <a:pt x="56" y="93"/>
                      <a:pt x="94" y="56"/>
                      <a:pt x="140" y="56"/>
                    </a:cubicBezTo>
                    <a:close/>
                    <a:moveTo>
                      <a:pt x="131" y="0"/>
                    </a:moveTo>
                    <a:cubicBezTo>
                      <a:pt x="56" y="0"/>
                      <a:pt x="1" y="56"/>
                      <a:pt x="1" y="139"/>
                    </a:cubicBezTo>
                    <a:lnTo>
                      <a:pt x="1" y="149"/>
                    </a:lnTo>
                    <a:cubicBezTo>
                      <a:pt x="1" y="223"/>
                      <a:pt x="56" y="288"/>
                      <a:pt x="131" y="288"/>
                    </a:cubicBezTo>
                    <a:lnTo>
                      <a:pt x="3841" y="288"/>
                    </a:lnTo>
                    <a:cubicBezTo>
                      <a:pt x="3925" y="288"/>
                      <a:pt x="3980" y="223"/>
                      <a:pt x="3980" y="149"/>
                    </a:cubicBezTo>
                    <a:lnTo>
                      <a:pt x="3980" y="139"/>
                    </a:lnTo>
                    <a:cubicBezTo>
                      <a:pt x="3980" y="56"/>
                      <a:pt x="3925" y="0"/>
                      <a:pt x="384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68" name="Google Shape;268;p19"/>
              <p:cNvSpPr/>
              <p:nvPr/>
            </p:nvSpPr>
            <p:spPr>
              <a:xfrm>
                <a:off x="7234875" y="2764425"/>
                <a:ext cx="83975" cy="10000"/>
              </a:xfrm>
              <a:custGeom>
                <a:avLst/>
                <a:gdLst/>
                <a:ahLst/>
                <a:cxnLst/>
                <a:rect l="l" t="t" r="r" b="b"/>
                <a:pathLst>
                  <a:path w="3359" h="400" extrusionOk="0">
                    <a:moveTo>
                      <a:pt x="205" y="0"/>
                    </a:moveTo>
                    <a:cubicBezTo>
                      <a:pt x="93" y="0"/>
                      <a:pt x="0" y="93"/>
                      <a:pt x="0" y="205"/>
                    </a:cubicBezTo>
                    <a:cubicBezTo>
                      <a:pt x="0" y="316"/>
                      <a:pt x="93" y="399"/>
                      <a:pt x="205" y="399"/>
                    </a:cubicBezTo>
                    <a:lnTo>
                      <a:pt x="3164" y="399"/>
                    </a:lnTo>
                    <a:cubicBezTo>
                      <a:pt x="3266" y="399"/>
                      <a:pt x="3359" y="316"/>
                      <a:pt x="3359" y="205"/>
                    </a:cubicBezTo>
                    <a:cubicBezTo>
                      <a:pt x="3359" y="93"/>
                      <a:pt x="3266" y="0"/>
                      <a:pt x="315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69" name="Google Shape;269;p19"/>
              <p:cNvSpPr/>
              <p:nvPr/>
            </p:nvSpPr>
            <p:spPr>
              <a:xfrm>
                <a:off x="7233475" y="2763025"/>
                <a:ext cx="86775" cy="13025"/>
              </a:xfrm>
              <a:custGeom>
                <a:avLst/>
                <a:gdLst/>
                <a:ahLst/>
                <a:cxnLst/>
                <a:rect l="l" t="t" r="r" b="b"/>
                <a:pathLst>
                  <a:path w="3471" h="521" extrusionOk="0">
                    <a:moveTo>
                      <a:pt x="3211" y="121"/>
                    </a:moveTo>
                    <a:cubicBezTo>
                      <a:pt x="3294" y="121"/>
                      <a:pt x="3359" y="177"/>
                      <a:pt x="3359" y="261"/>
                    </a:cubicBezTo>
                    <a:cubicBezTo>
                      <a:pt x="3359" y="335"/>
                      <a:pt x="3294" y="400"/>
                      <a:pt x="3211" y="400"/>
                    </a:cubicBezTo>
                    <a:lnTo>
                      <a:pt x="261" y="400"/>
                    </a:lnTo>
                    <a:cubicBezTo>
                      <a:pt x="177" y="400"/>
                      <a:pt x="121" y="335"/>
                      <a:pt x="121" y="261"/>
                    </a:cubicBezTo>
                    <a:cubicBezTo>
                      <a:pt x="121" y="177"/>
                      <a:pt x="177" y="121"/>
                      <a:pt x="261" y="121"/>
                    </a:cubicBezTo>
                    <a:close/>
                    <a:moveTo>
                      <a:pt x="261" y="1"/>
                    </a:moveTo>
                    <a:cubicBezTo>
                      <a:pt x="121" y="1"/>
                      <a:pt x="1" y="112"/>
                      <a:pt x="1" y="261"/>
                    </a:cubicBezTo>
                    <a:cubicBezTo>
                      <a:pt x="1" y="400"/>
                      <a:pt x="112" y="520"/>
                      <a:pt x="261" y="520"/>
                    </a:cubicBezTo>
                    <a:lnTo>
                      <a:pt x="3220" y="520"/>
                    </a:lnTo>
                    <a:cubicBezTo>
                      <a:pt x="3359" y="520"/>
                      <a:pt x="3470" y="400"/>
                      <a:pt x="3470" y="261"/>
                    </a:cubicBezTo>
                    <a:cubicBezTo>
                      <a:pt x="3470" y="112"/>
                      <a:pt x="3359" y="1"/>
                      <a:pt x="321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70" name="Google Shape;270;p19"/>
              <p:cNvSpPr/>
              <p:nvPr/>
            </p:nvSpPr>
            <p:spPr>
              <a:xfrm>
                <a:off x="7251800" y="2766975"/>
                <a:ext cx="4900" cy="4900"/>
              </a:xfrm>
              <a:custGeom>
                <a:avLst/>
                <a:gdLst/>
                <a:ahLst/>
                <a:cxnLst/>
                <a:rect l="l" t="t" r="r" b="b"/>
                <a:pathLst>
                  <a:path w="196" h="196" extrusionOk="0">
                    <a:moveTo>
                      <a:pt x="103" y="65"/>
                    </a:moveTo>
                    <a:cubicBezTo>
                      <a:pt x="121" y="65"/>
                      <a:pt x="140" y="84"/>
                      <a:pt x="140" y="103"/>
                    </a:cubicBezTo>
                    <a:cubicBezTo>
                      <a:pt x="140" y="121"/>
                      <a:pt x="121" y="140"/>
                      <a:pt x="103" y="140"/>
                    </a:cubicBezTo>
                    <a:cubicBezTo>
                      <a:pt x="75" y="140"/>
                      <a:pt x="56" y="121"/>
                      <a:pt x="56" y="103"/>
                    </a:cubicBezTo>
                    <a:cubicBezTo>
                      <a:pt x="56" y="84"/>
                      <a:pt x="75" y="65"/>
                      <a:pt x="103" y="65"/>
                    </a:cubicBezTo>
                    <a:close/>
                    <a:moveTo>
                      <a:pt x="103" y="1"/>
                    </a:moveTo>
                    <a:cubicBezTo>
                      <a:pt x="47" y="1"/>
                      <a:pt x="1" y="47"/>
                      <a:pt x="1" y="103"/>
                    </a:cubicBezTo>
                    <a:cubicBezTo>
                      <a:pt x="1" y="158"/>
                      <a:pt x="47" y="195"/>
                      <a:pt x="103" y="195"/>
                    </a:cubicBezTo>
                    <a:cubicBezTo>
                      <a:pt x="149" y="195"/>
                      <a:pt x="195" y="158"/>
                      <a:pt x="195" y="103"/>
                    </a:cubicBezTo>
                    <a:cubicBezTo>
                      <a:pt x="195" y="47"/>
                      <a:pt x="149" y="1"/>
                      <a:pt x="10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71" name="Google Shape;271;p19"/>
              <p:cNvSpPr/>
              <p:nvPr/>
            </p:nvSpPr>
            <p:spPr>
              <a:xfrm>
                <a:off x="7261075" y="2766975"/>
                <a:ext cx="4900" cy="4900"/>
              </a:xfrm>
              <a:custGeom>
                <a:avLst/>
                <a:gdLst/>
                <a:ahLst/>
                <a:cxnLst/>
                <a:rect l="l" t="t" r="r" b="b"/>
                <a:pathLst>
                  <a:path w="196" h="196" extrusionOk="0">
                    <a:moveTo>
                      <a:pt x="103" y="65"/>
                    </a:moveTo>
                    <a:cubicBezTo>
                      <a:pt x="121" y="65"/>
                      <a:pt x="140" y="84"/>
                      <a:pt x="140" y="103"/>
                    </a:cubicBezTo>
                    <a:cubicBezTo>
                      <a:pt x="140" y="121"/>
                      <a:pt x="121" y="140"/>
                      <a:pt x="103" y="140"/>
                    </a:cubicBezTo>
                    <a:cubicBezTo>
                      <a:pt x="75" y="140"/>
                      <a:pt x="56" y="121"/>
                      <a:pt x="56" y="103"/>
                    </a:cubicBezTo>
                    <a:cubicBezTo>
                      <a:pt x="56" y="84"/>
                      <a:pt x="75" y="65"/>
                      <a:pt x="103" y="65"/>
                    </a:cubicBezTo>
                    <a:close/>
                    <a:moveTo>
                      <a:pt x="103" y="1"/>
                    </a:moveTo>
                    <a:cubicBezTo>
                      <a:pt x="47" y="1"/>
                      <a:pt x="1" y="47"/>
                      <a:pt x="1" y="103"/>
                    </a:cubicBezTo>
                    <a:cubicBezTo>
                      <a:pt x="1" y="158"/>
                      <a:pt x="47" y="195"/>
                      <a:pt x="103" y="195"/>
                    </a:cubicBezTo>
                    <a:cubicBezTo>
                      <a:pt x="149" y="195"/>
                      <a:pt x="196" y="158"/>
                      <a:pt x="196" y="103"/>
                    </a:cubicBezTo>
                    <a:cubicBezTo>
                      <a:pt x="196" y="47"/>
                      <a:pt x="149" y="1"/>
                      <a:pt x="10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72" name="Google Shape;272;p19"/>
              <p:cNvSpPr/>
              <p:nvPr/>
            </p:nvSpPr>
            <p:spPr>
              <a:xfrm>
                <a:off x="7269900" y="2766975"/>
                <a:ext cx="4650" cy="4900"/>
              </a:xfrm>
              <a:custGeom>
                <a:avLst/>
                <a:gdLst/>
                <a:ahLst/>
                <a:cxnLst/>
                <a:rect l="l" t="t" r="r" b="b"/>
                <a:pathLst>
                  <a:path w="186" h="196" extrusionOk="0">
                    <a:moveTo>
                      <a:pt x="93" y="65"/>
                    </a:moveTo>
                    <a:cubicBezTo>
                      <a:pt x="112" y="65"/>
                      <a:pt x="130" y="84"/>
                      <a:pt x="130" y="103"/>
                    </a:cubicBezTo>
                    <a:cubicBezTo>
                      <a:pt x="130" y="121"/>
                      <a:pt x="112" y="140"/>
                      <a:pt x="93" y="140"/>
                    </a:cubicBezTo>
                    <a:cubicBezTo>
                      <a:pt x="74" y="140"/>
                      <a:pt x="56" y="121"/>
                      <a:pt x="56" y="103"/>
                    </a:cubicBezTo>
                    <a:cubicBezTo>
                      <a:pt x="56" y="84"/>
                      <a:pt x="74" y="65"/>
                      <a:pt x="93" y="65"/>
                    </a:cubicBezTo>
                    <a:close/>
                    <a:moveTo>
                      <a:pt x="93" y="1"/>
                    </a:moveTo>
                    <a:cubicBezTo>
                      <a:pt x="37" y="1"/>
                      <a:pt x="0" y="47"/>
                      <a:pt x="0" y="103"/>
                    </a:cubicBezTo>
                    <a:cubicBezTo>
                      <a:pt x="0" y="158"/>
                      <a:pt x="37" y="195"/>
                      <a:pt x="93" y="195"/>
                    </a:cubicBezTo>
                    <a:cubicBezTo>
                      <a:pt x="149" y="195"/>
                      <a:pt x="186" y="158"/>
                      <a:pt x="186" y="103"/>
                    </a:cubicBezTo>
                    <a:cubicBezTo>
                      <a:pt x="186" y="47"/>
                      <a:pt x="149" y="1"/>
                      <a:pt x="9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73" name="Google Shape;273;p19"/>
              <p:cNvSpPr/>
              <p:nvPr/>
            </p:nvSpPr>
            <p:spPr>
              <a:xfrm>
                <a:off x="7278950" y="2766975"/>
                <a:ext cx="4875" cy="4900"/>
              </a:xfrm>
              <a:custGeom>
                <a:avLst/>
                <a:gdLst/>
                <a:ahLst/>
                <a:cxnLst/>
                <a:rect l="l" t="t" r="r" b="b"/>
                <a:pathLst>
                  <a:path w="195" h="196" extrusionOk="0">
                    <a:moveTo>
                      <a:pt x="102" y="65"/>
                    </a:moveTo>
                    <a:cubicBezTo>
                      <a:pt x="121" y="65"/>
                      <a:pt x="139" y="84"/>
                      <a:pt x="139" y="103"/>
                    </a:cubicBezTo>
                    <a:cubicBezTo>
                      <a:pt x="139" y="121"/>
                      <a:pt x="121" y="140"/>
                      <a:pt x="102" y="140"/>
                    </a:cubicBezTo>
                    <a:cubicBezTo>
                      <a:pt x="84" y="140"/>
                      <a:pt x="65" y="121"/>
                      <a:pt x="65" y="103"/>
                    </a:cubicBezTo>
                    <a:cubicBezTo>
                      <a:pt x="65" y="84"/>
                      <a:pt x="84" y="65"/>
                      <a:pt x="102" y="65"/>
                    </a:cubicBezTo>
                    <a:close/>
                    <a:moveTo>
                      <a:pt x="102" y="1"/>
                    </a:moveTo>
                    <a:cubicBezTo>
                      <a:pt x="46" y="1"/>
                      <a:pt x="0" y="47"/>
                      <a:pt x="0" y="103"/>
                    </a:cubicBezTo>
                    <a:cubicBezTo>
                      <a:pt x="0" y="158"/>
                      <a:pt x="46" y="195"/>
                      <a:pt x="102" y="195"/>
                    </a:cubicBezTo>
                    <a:cubicBezTo>
                      <a:pt x="158" y="195"/>
                      <a:pt x="195" y="158"/>
                      <a:pt x="195" y="103"/>
                    </a:cubicBezTo>
                    <a:cubicBezTo>
                      <a:pt x="195" y="47"/>
                      <a:pt x="158" y="1"/>
                      <a:pt x="10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74" name="Google Shape;274;p19"/>
              <p:cNvSpPr/>
              <p:nvPr/>
            </p:nvSpPr>
            <p:spPr>
              <a:xfrm>
                <a:off x="7287975" y="2766975"/>
                <a:ext cx="4900" cy="4900"/>
              </a:xfrm>
              <a:custGeom>
                <a:avLst/>
                <a:gdLst/>
                <a:ahLst/>
                <a:cxnLst/>
                <a:rect l="l" t="t" r="r" b="b"/>
                <a:pathLst>
                  <a:path w="196" h="196" extrusionOk="0">
                    <a:moveTo>
                      <a:pt x="103" y="65"/>
                    </a:moveTo>
                    <a:cubicBezTo>
                      <a:pt x="121" y="65"/>
                      <a:pt x="140" y="84"/>
                      <a:pt x="140" y="103"/>
                    </a:cubicBezTo>
                    <a:cubicBezTo>
                      <a:pt x="140" y="121"/>
                      <a:pt x="121" y="140"/>
                      <a:pt x="103" y="140"/>
                    </a:cubicBezTo>
                    <a:cubicBezTo>
                      <a:pt x="75" y="140"/>
                      <a:pt x="66" y="121"/>
                      <a:pt x="66" y="103"/>
                    </a:cubicBezTo>
                    <a:cubicBezTo>
                      <a:pt x="66" y="84"/>
                      <a:pt x="84" y="65"/>
                      <a:pt x="103" y="65"/>
                    </a:cubicBezTo>
                    <a:close/>
                    <a:moveTo>
                      <a:pt x="103" y="1"/>
                    </a:moveTo>
                    <a:cubicBezTo>
                      <a:pt x="47" y="1"/>
                      <a:pt x="1" y="47"/>
                      <a:pt x="1" y="103"/>
                    </a:cubicBezTo>
                    <a:cubicBezTo>
                      <a:pt x="1" y="158"/>
                      <a:pt x="47" y="195"/>
                      <a:pt x="103" y="195"/>
                    </a:cubicBezTo>
                    <a:cubicBezTo>
                      <a:pt x="159" y="195"/>
                      <a:pt x="196" y="158"/>
                      <a:pt x="196" y="103"/>
                    </a:cubicBezTo>
                    <a:cubicBezTo>
                      <a:pt x="196" y="47"/>
                      <a:pt x="159" y="1"/>
                      <a:pt x="10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75" name="Google Shape;275;p19"/>
              <p:cNvSpPr/>
              <p:nvPr/>
            </p:nvSpPr>
            <p:spPr>
              <a:xfrm>
                <a:off x="7297250" y="2766975"/>
                <a:ext cx="4900" cy="4900"/>
              </a:xfrm>
              <a:custGeom>
                <a:avLst/>
                <a:gdLst/>
                <a:ahLst/>
                <a:cxnLst/>
                <a:rect l="l" t="t" r="r" b="b"/>
                <a:pathLst>
                  <a:path w="196" h="196" extrusionOk="0">
                    <a:moveTo>
                      <a:pt x="103" y="65"/>
                    </a:moveTo>
                    <a:cubicBezTo>
                      <a:pt x="121" y="65"/>
                      <a:pt x="140" y="84"/>
                      <a:pt x="140" y="103"/>
                    </a:cubicBezTo>
                    <a:cubicBezTo>
                      <a:pt x="140" y="121"/>
                      <a:pt x="121" y="140"/>
                      <a:pt x="103" y="140"/>
                    </a:cubicBezTo>
                    <a:cubicBezTo>
                      <a:pt x="84" y="140"/>
                      <a:pt x="66" y="121"/>
                      <a:pt x="66" y="103"/>
                    </a:cubicBezTo>
                    <a:cubicBezTo>
                      <a:pt x="66" y="84"/>
                      <a:pt x="84" y="65"/>
                      <a:pt x="103" y="65"/>
                    </a:cubicBezTo>
                    <a:close/>
                    <a:moveTo>
                      <a:pt x="103" y="1"/>
                    </a:moveTo>
                    <a:cubicBezTo>
                      <a:pt x="47" y="1"/>
                      <a:pt x="1" y="47"/>
                      <a:pt x="1" y="103"/>
                    </a:cubicBezTo>
                    <a:cubicBezTo>
                      <a:pt x="1" y="158"/>
                      <a:pt x="47" y="195"/>
                      <a:pt x="103" y="195"/>
                    </a:cubicBezTo>
                    <a:cubicBezTo>
                      <a:pt x="159" y="195"/>
                      <a:pt x="196" y="158"/>
                      <a:pt x="196" y="103"/>
                    </a:cubicBezTo>
                    <a:cubicBezTo>
                      <a:pt x="196" y="47"/>
                      <a:pt x="159" y="1"/>
                      <a:pt x="10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76" name="Google Shape;276;p19"/>
              <p:cNvSpPr/>
              <p:nvPr/>
            </p:nvSpPr>
            <p:spPr>
              <a:xfrm>
                <a:off x="7249950" y="2672575"/>
                <a:ext cx="53825" cy="53850"/>
              </a:xfrm>
              <a:custGeom>
                <a:avLst/>
                <a:gdLst/>
                <a:ahLst/>
                <a:cxnLst/>
                <a:rect l="l" t="t" r="r" b="b"/>
                <a:pathLst>
                  <a:path w="2153" h="2154" extrusionOk="0">
                    <a:moveTo>
                      <a:pt x="1077" y="1"/>
                    </a:moveTo>
                    <a:cubicBezTo>
                      <a:pt x="483" y="1"/>
                      <a:pt x="0" y="483"/>
                      <a:pt x="0" y="1077"/>
                    </a:cubicBezTo>
                    <a:cubicBezTo>
                      <a:pt x="0" y="1671"/>
                      <a:pt x="483" y="2153"/>
                      <a:pt x="1077" y="2153"/>
                    </a:cubicBezTo>
                    <a:cubicBezTo>
                      <a:pt x="1670" y="2153"/>
                      <a:pt x="2153" y="1671"/>
                      <a:pt x="2153" y="1077"/>
                    </a:cubicBezTo>
                    <a:cubicBezTo>
                      <a:pt x="2153" y="483"/>
                      <a:pt x="1670" y="1"/>
                      <a:pt x="107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77" name="Google Shape;277;p19"/>
              <p:cNvSpPr/>
              <p:nvPr/>
            </p:nvSpPr>
            <p:spPr>
              <a:xfrm>
                <a:off x="7248550" y="2671200"/>
                <a:ext cx="56625" cy="56600"/>
              </a:xfrm>
              <a:custGeom>
                <a:avLst/>
                <a:gdLst/>
                <a:ahLst/>
                <a:cxnLst/>
                <a:rect l="l" t="t" r="r" b="b"/>
                <a:pathLst>
                  <a:path w="2265" h="2264" extrusionOk="0">
                    <a:moveTo>
                      <a:pt x="1133" y="112"/>
                    </a:moveTo>
                    <a:cubicBezTo>
                      <a:pt x="1698" y="112"/>
                      <a:pt x="2153" y="575"/>
                      <a:pt x="2153" y="1132"/>
                    </a:cubicBezTo>
                    <a:cubicBezTo>
                      <a:pt x="2153" y="1689"/>
                      <a:pt x="1698" y="2152"/>
                      <a:pt x="1133" y="2152"/>
                    </a:cubicBezTo>
                    <a:cubicBezTo>
                      <a:pt x="576" y="2152"/>
                      <a:pt x="121" y="1689"/>
                      <a:pt x="121" y="1132"/>
                    </a:cubicBezTo>
                    <a:cubicBezTo>
                      <a:pt x="121" y="575"/>
                      <a:pt x="576" y="112"/>
                      <a:pt x="1133" y="112"/>
                    </a:cubicBezTo>
                    <a:close/>
                    <a:moveTo>
                      <a:pt x="1133" y="0"/>
                    </a:moveTo>
                    <a:cubicBezTo>
                      <a:pt x="511" y="0"/>
                      <a:pt x="1" y="510"/>
                      <a:pt x="1" y="1132"/>
                    </a:cubicBezTo>
                    <a:cubicBezTo>
                      <a:pt x="1" y="1754"/>
                      <a:pt x="511" y="2264"/>
                      <a:pt x="1133" y="2264"/>
                    </a:cubicBezTo>
                    <a:cubicBezTo>
                      <a:pt x="1754" y="2264"/>
                      <a:pt x="2264" y="1754"/>
                      <a:pt x="2264" y="1132"/>
                    </a:cubicBezTo>
                    <a:cubicBezTo>
                      <a:pt x="2264" y="510"/>
                      <a:pt x="1763" y="0"/>
                      <a:pt x="113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78" name="Google Shape;278;p19"/>
              <p:cNvSpPr/>
              <p:nvPr/>
            </p:nvSpPr>
            <p:spPr>
              <a:xfrm>
                <a:off x="7265025" y="2701100"/>
                <a:ext cx="23900" cy="12100"/>
              </a:xfrm>
              <a:custGeom>
                <a:avLst/>
                <a:gdLst/>
                <a:ahLst/>
                <a:cxnLst/>
                <a:rect l="l" t="t" r="r" b="b"/>
                <a:pathLst>
                  <a:path w="956" h="484" extrusionOk="0">
                    <a:moveTo>
                      <a:pt x="474" y="1"/>
                    </a:moveTo>
                    <a:cubicBezTo>
                      <a:pt x="214" y="1"/>
                      <a:pt x="0" y="214"/>
                      <a:pt x="0" y="483"/>
                    </a:cubicBezTo>
                    <a:lnTo>
                      <a:pt x="956" y="483"/>
                    </a:lnTo>
                    <a:cubicBezTo>
                      <a:pt x="956" y="214"/>
                      <a:pt x="743" y="1"/>
                      <a:pt x="47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79" name="Google Shape;279;p19"/>
              <p:cNvSpPr/>
              <p:nvPr/>
            </p:nvSpPr>
            <p:spPr>
              <a:xfrm>
                <a:off x="7263400" y="2699725"/>
                <a:ext cx="26925" cy="14875"/>
              </a:xfrm>
              <a:custGeom>
                <a:avLst/>
                <a:gdLst/>
                <a:ahLst/>
                <a:cxnLst/>
                <a:rect l="l" t="t" r="r" b="b"/>
                <a:pathLst>
                  <a:path w="1077" h="595" extrusionOk="0">
                    <a:moveTo>
                      <a:pt x="539" y="112"/>
                    </a:moveTo>
                    <a:cubicBezTo>
                      <a:pt x="752" y="112"/>
                      <a:pt x="928" y="269"/>
                      <a:pt x="956" y="473"/>
                    </a:cubicBezTo>
                    <a:lnTo>
                      <a:pt x="121" y="473"/>
                    </a:lnTo>
                    <a:cubicBezTo>
                      <a:pt x="149" y="269"/>
                      <a:pt x="325" y="112"/>
                      <a:pt x="539" y="112"/>
                    </a:cubicBezTo>
                    <a:close/>
                    <a:moveTo>
                      <a:pt x="539" y="0"/>
                    </a:moveTo>
                    <a:cubicBezTo>
                      <a:pt x="242" y="0"/>
                      <a:pt x="0" y="241"/>
                      <a:pt x="0" y="538"/>
                    </a:cubicBezTo>
                    <a:cubicBezTo>
                      <a:pt x="0" y="594"/>
                      <a:pt x="0" y="594"/>
                      <a:pt x="232" y="594"/>
                    </a:cubicBezTo>
                    <a:lnTo>
                      <a:pt x="585" y="594"/>
                    </a:lnTo>
                    <a:cubicBezTo>
                      <a:pt x="1077" y="594"/>
                      <a:pt x="1077" y="594"/>
                      <a:pt x="1077" y="538"/>
                    </a:cubicBezTo>
                    <a:cubicBezTo>
                      <a:pt x="1077" y="241"/>
                      <a:pt x="835" y="0"/>
                      <a:pt x="5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80" name="Google Shape;280;p19"/>
              <p:cNvSpPr/>
              <p:nvPr/>
            </p:nvSpPr>
            <p:spPr>
              <a:xfrm>
                <a:off x="7270125" y="2685800"/>
                <a:ext cx="13700" cy="13725"/>
              </a:xfrm>
              <a:custGeom>
                <a:avLst/>
                <a:gdLst/>
                <a:ahLst/>
                <a:cxnLst/>
                <a:rect l="l" t="t" r="r" b="b"/>
                <a:pathLst>
                  <a:path w="548" h="549" extrusionOk="0">
                    <a:moveTo>
                      <a:pt x="279" y="1"/>
                    </a:moveTo>
                    <a:cubicBezTo>
                      <a:pt x="121" y="1"/>
                      <a:pt x="1" y="131"/>
                      <a:pt x="1" y="279"/>
                    </a:cubicBezTo>
                    <a:cubicBezTo>
                      <a:pt x="1" y="427"/>
                      <a:pt x="121" y="548"/>
                      <a:pt x="279" y="548"/>
                    </a:cubicBezTo>
                    <a:cubicBezTo>
                      <a:pt x="427" y="548"/>
                      <a:pt x="548" y="427"/>
                      <a:pt x="548" y="279"/>
                    </a:cubicBezTo>
                    <a:cubicBezTo>
                      <a:pt x="548" y="131"/>
                      <a:pt x="427" y="1"/>
                      <a:pt x="27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81" name="Google Shape;281;p19"/>
              <p:cNvSpPr/>
              <p:nvPr/>
            </p:nvSpPr>
            <p:spPr>
              <a:xfrm>
                <a:off x="7268725" y="2684425"/>
                <a:ext cx="16500" cy="16475"/>
              </a:xfrm>
              <a:custGeom>
                <a:avLst/>
                <a:gdLst/>
                <a:ahLst/>
                <a:cxnLst/>
                <a:rect l="l" t="t" r="r" b="b"/>
                <a:pathLst>
                  <a:path w="660" h="659" extrusionOk="0">
                    <a:moveTo>
                      <a:pt x="335" y="121"/>
                    </a:moveTo>
                    <a:cubicBezTo>
                      <a:pt x="446" y="121"/>
                      <a:pt x="539" y="213"/>
                      <a:pt x="548" y="334"/>
                    </a:cubicBezTo>
                    <a:cubicBezTo>
                      <a:pt x="548" y="445"/>
                      <a:pt x="446" y="547"/>
                      <a:pt x="335" y="547"/>
                    </a:cubicBezTo>
                    <a:cubicBezTo>
                      <a:pt x="214" y="547"/>
                      <a:pt x="121" y="445"/>
                      <a:pt x="121" y="334"/>
                    </a:cubicBezTo>
                    <a:cubicBezTo>
                      <a:pt x="121" y="213"/>
                      <a:pt x="214" y="121"/>
                      <a:pt x="335" y="121"/>
                    </a:cubicBezTo>
                    <a:close/>
                    <a:moveTo>
                      <a:pt x="335" y="0"/>
                    </a:moveTo>
                    <a:cubicBezTo>
                      <a:pt x="149" y="0"/>
                      <a:pt x="1" y="148"/>
                      <a:pt x="1" y="334"/>
                    </a:cubicBezTo>
                    <a:cubicBezTo>
                      <a:pt x="1" y="510"/>
                      <a:pt x="149" y="659"/>
                      <a:pt x="335" y="659"/>
                    </a:cubicBezTo>
                    <a:cubicBezTo>
                      <a:pt x="511" y="659"/>
                      <a:pt x="659" y="510"/>
                      <a:pt x="659" y="334"/>
                    </a:cubicBezTo>
                    <a:cubicBezTo>
                      <a:pt x="659" y="148"/>
                      <a:pt x="511" y="0"/>
                      <a:pt x="3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82" name="Google Shape;282;p19"/>
              <p:cNvSpPr/>
              <p:nvPr/>
            </p:nvSpPr>
            <p:spPr>
              <a:xfrm>
                <a:off x="7257150" y="2782525"/>
                <a:ext cx="39675" cy="12300"/>
              </a:xfrm>
              <a:custGeom>
                <a:avLst/>
                <a:gdLst/>
                <a:ahLst/>
                <a:cxnLst/>
                <a:rect l="l" t="t" r="r" b="b"/>
                <a:pathLst>
                  <a:path w="1587" h="492" extrusionOk="0">
                    <a:moveTo>
                      <a:pt x="241" y="0"/>
                    </a:moveTo>
                    <a:cubicBezTo>
                      <a:pt x="111" y="0"/>
                      <a:pt x="0" y="111"/>
                      <a:pt x="0" y="251"/>
                    </a:cubicBezTo>
                    <a:cubicBezTo>
                      <a:pt x="0" y="380"/>
                      <a:pt x="111" y="492"/>
                      <a:pt x="241" y="492"/>
                    </a:cubicBezTo>
                    <a:lnTo>
                      <a:pt x="1336" y="492"/>
                    </a:lnTo>
                    <a:cubicBezTo>
                      <a:pt x="1475" y="492"/>
                      <a:pt x="1586" y="380"/>
                      <a:pt x="1586" y="251"/>
                    </a:cubicBezTo>
                    <a:cubicBezTo>
                      <a:pt x="1586" y="111"/>
                      <a:pt x="1475" y="0"/>
                      <a:pt x="133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83" name="Google Shape;283;p19"/>
              <p:cNvSpPr/>
              <p:nvPr/>
            </p:nvSpPr>
            <p:spPr>
              <a:xfrm>
                <a:off x="7255525" y="2781125"/>
                <a:ext cx="42675" cy="15100"/>
              </a:xfrm>
              <a:custGeom>
                <a:avLst/>
                <a:gdLst/>
                <a:ahLst/>
                <a:cxnLst/>
                <a:rect l="l" t="t" r="r" b="b"/>
                <a:pathLst>
                  <a:path w="1707" h="604" extrusionOk="0">
                    <a:moveTo>
                      <a:pt x="1401" y="112"/>
                    </a:moveTo>
                    <a:cubicBezTo>
                      <a:pt x="1503" y="112"/>
                      <a:pt x="1586" y="195"/>
                      <a:pt x="1586" y="307"/>
                    </a:cubicBezTo>
                    <a:cubicBezTo>
                      <a:pt x="1586" y="409"/>
                      <a:pt x="1503" y="492"/>
                      <a:pt x="1401" y="492"/>
                    </a:cubicBezTo>
                    <a:lnTo>
                      <a:pt x="306" y="492"/>
                    </a:lnTo>
                    <a:cubicBezTo>
                      <a:pt x="204" y="492"/>
                      <a:pt x="121" y="409"/>
                      <a:pt x="121" y="307"/>
                    </a:cubicBezTo>
                    <a:cubicBezTo>
                      <a:pt x="121" y="195"/>
                      <a:pt x="204" y="112"/>
                      <a:pt x="306" y="112"/>
                    </a:cubicBezTo>
                    <a:close/>
                    <a:moveTo>
                      <a:pt x="306" y="0"/>
                    </a:moveTo>
                    <a:cubicBezTo>
                      <a:pt x="139" y="0"/>
                      <a:pt x="0" y="130"/>
                      <a:pt x="0" y="307"/>
                    </a:cubicBezTo>
                    <a:cubicBezTo>
                      <a:pt x="0" y="474"/>
                      <a:pt x="139" y="603"/>
                      <a:pt x="306" y="603"/>
                    </a:cubicBezTo>
                    <a:lnTo>
                      <a:pt x="1401" y="603"/>
                    </a:lnTo>
                    <a:cubicBezTo>
                      <a:pt x="1568" y="603"/>
                      <a:pt x="1707" y="474"/>
                      <a:pt x="1707" y="307"/>
                    </a:cubicBezTo>
                    <a:cubicBezTo>
                      <a:pt x="1707" y="140"/>
                      <a:pt x="1568" y="0"/>
                      <a:pt x="140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84" name="Google Shape;284;p19"/>
              <p:cNvSpPr/>
              <p:nvPr/>
            </p:nvSpPr>
            <p:spPr>
              <a:xfrm>
                <a:off x="7359875" y="1832850"/>
                <a:ext cx="241000" cy="240000"/>
              </a:xfrm>
              <a:custGeom>
                <a:avLst/>
                <a:gdLst/>
                <a:ahLst/>
                <a:cxnLst/>
                <a:rect l="l" t="t" r="r" b="b"/>
                <a:pathLst>
                  <a:path w="9640" h="9600" extrusionOk="0">
                    <a:moveTo>
                      <a:pt x="4833" y="2576"/>
                    </a:moveTo>
                    <a:cubicBezTo>
                      <a:pt x="5983" y="2576"/>
                      <a:pt x="6996" y="3477"/>
                      <a:pt x="7042" y="4721"/>
                    </a:cubicBezTo>
                    <a:cubicBezTo>
                      <a:pt x="7069" y="5565"/>
                      <a:pt x="6420" y="6558"/>
                      <a:pt x="5632" y="6855"/>
                    </a:cubicBezTo>
                    <a:cubicBezTo>
                      <a:pt x="5362" y="6957"/>
                      <a:pt x="5090" y="7005"/>
                      <a:pt x="4825" y="7005"/>
                    </a:cubicBezTo>
                    <a:cubicBezTo>
                      <a:pt x="3675" y="7005"/>
                      <a:pt x="2662" y="6104"/>
                      <a:pt x="2617" y="4860"/>
                    </a:cubicBezTo>
                    <a:cubicBezTo>
                      <a:pt x="2580" y="4016"/>
                      <a:pt x="3238" y="3023"/>
                      <a:pt x="4027" y="2727"/>
                    </a:cubicBezTo>
                    <a:cubicBezTo>
                      <a:pt x="4296" y="2624"/>
                      <a:pt x="4568" y="2576"/>
                      <a:pt x="4833" y="2576"/>
                    </a:cubicBezTo>
                    <a:close/>
                    <a:moveTo>
                      <a:pt x="4067" y="0"/>
                    </a:moveTo>
                    <a:cubicBezTo>
                      <a:pt x="4051" y="0"/>
                      <a:pt x="4034" y="3"/>
                      <a:pt x="4017" y="8"/>
                    </a:cubicBezTo>
                    <a:lnTo>
                      <a:pt x="2709" y="426"/>
                    </a:lnTo>
                    <a:cubicBezTo>
                      <a:pt x="2635" y="444"/>
                      <a:pt x="2589" y="537"/>
                      <a:pt x="2617" y="611"/>
                    </a:cubicBezTo>
                    <a:lnTo>
                      <a:pt x="2886" y="1483"/>
                    </a:lnTo>
                    <a:cubicBezTo>
                      <a:pt x="2904" y="1548"/>
                      <a:pt x="2876" y="1613"/>
                      <a:pt x="2821" y="1650"/>
                    </a:cubicBezTo>
                    <a:cubicBezTo>
                      <a:pt x="2533" y="1836"/>
                      <a:pt x="2283" y="2049"/>
                      <a:pt x="2060" y="2291"/>
                    </a:cubicBezTo>
                    <a:cubicBezTo>
                      <a:pt x="2030" y="2326"/>
                      <a:pt x="1989" y="2343"/>
                      <a:pt x="1946" y="2343"/>
                    </a:cubicBezTo>
                    <a:cubicBezTo>
                      <a:pt x="1922" y="2343"/>
                      <a:pt x="1898" y="2338"/>
                      <a:pt x="1874" y="2328"/>
                    </a:cubicBezTo>
                    <a:lnTo>
                      <a:pt x="1077" y="1910"/>
                    </a:lnTo>
                    <a:cubicBezTo>
                      <a:pt x="1052" y="1899"/>
                      <a:pt x="1026" y="1894"/>
                      <a:pt x="1001" y="1894"/>
                    </a:cubicBezTo>
                    <a:cubicBezTo>
                      <a:pt x="943" y="1894"/>
                      <a:pt x="889" y="1923"/>
                      <a:pt x="863" y="1975"/>
                    </a:cubicBezTo>
                    <a:lnTo>
                      <a:pt x="233" y="3190"/>
                    </a:lnTo>
                    <a:cubicBezTo>
                      <a:pt x="195" y="3265"/>
                      <a:pt x="223" y="3357"/>
                      <a:pt x="297" y="3404"/>
                    </a:cubicBezTo>
                    <a:lnTo>
                      <a:pt x="1105" y="3821"/>
                    </a:lnTo>
                    <a:cubicBezTo>
                      <a:pt x="1160" y="3849"/>
                      <a:pt x="1197" y="3923"/>
                      <a:pt x="1179" y="3988"/>
                    </a:cubicBezTo>
                    <a:cubicBezTo>
                      <a:pt x="1105" y="4304"/>
                      <a:pt x="1077" y="4638"/>
                      <a:pt x="1095" y="4971"/>
                    </a:cubicBezTo>
                    <a:cubicBezTo>
                      <a:pt x="1095" y="5046"/>
                      <a:pt x="1058" y="5111"/>
                      <a:pt x="984" y="5129"/>
                    </a:cubicBezTo>
                    <a:lnTo>
                      <a:pt x="121" y="5398"/>
                    </a:lnTo>
                    <a:cubicBezTo>
                      <a:pt x="47" y="5426"/>
                      <a:pt x="1" y="5519"/>
                      <a:pt x="19" y="5593"/>
                    </a:cubicBezTo>
                    <a:lnTo>
                      <a:pt x="437" y="6901"/>
                    </a:lnTo>
                    <a:cubicBezTo>
                      <a:pt x="459" y="6968"/>
                      <a:pt x="517" y="7011"/>
                      <a:pt x="582" y="7011"/>
                    </a:cubicBezTo>
                    <a:cubicBezTo>
                      <a:pt x="598" y="7011"/>
                      <a:pt x="615" y="7009"/>
                      <a:pt x="631" y="7003"/>
                    </a:cubicBezTo>
                    <a:lnTo>
                      <a:pt x="1494" y="6734"/>
                    </a:lnTo>
                    <a:cubicBezTo>
                      <a:pt x="1508" y="6730"/>
                      <a:pt x="1522" y="6728"/>
                      <a:pt x="1536" y="6728"/>
                    </a:cubicBezTo>
                    <a:cubicBezTo>
                      <a:pt x="1588" y="6728"/>
                      <a:pt x="1641" y="6755"/>
                      <a:pt x="1670" y="6799"/>
                    </a:cubicBezTo>
                    <a:cubicBezTo>
                      <a:pt x="1847" y="7087"/>
                      <a:pt x="2069" y="7337"/>
                      <a:pt x="2310" y="7560"/>
                    </a:cubicBezTo>
                    <a:cubicBezTo>
                      <a:pt x="2357" y="7606"/>
                      <a:pt x="2375" y="7680"/>
                      <a:pt x="2338" y="7745"/>
                    </a:cubicBezTo>
                    <a:lnTo>
                      <a:pt x="1921" y="8543"/>
                    </a:lnTo>
                    <a:cubicBezTo>
                      <a:pt x="1884" y="8617"/>
                      <a:pt x="1912" y="8710"/>
                      <a:pt x="1995" y="8756"/>
                    </a:cubicBezTo>
                    <a:lnTo>
                      <a:pt x="3210" y="9387"/>
                    </a:lnTo>
                    <a:cubicBezTo>
                      <a:pt x="3232" y="9398"/>
                      <a:pt x="3256" y="9404"/>
                      <a:pt x="3280" y="9404"/>
                    </a:cubicBezTo>
                    <a:cubicBezTo>
                      <a:pt x="3335" y="9404"/>
                      <a:pt x="3388" y="9374"/>
                      <a:pt x="3414" y="9322"/>
                    </a:cubicBezTo>
                    <a:lnTo>
                      <a:pt x="3832" y="8515"/>
                    </a:lnTo>
                    <a:cubicBezTo>
                      <a:pt x="3861" y="8463"/>
                      <a:pt x="3909" y="8435"/>
                      <a:pt x="3964" y="8435"/>
                    </a:cubicBezTo>
                    <a:cubicBezTo>
                      <a:pt x="3978" y="8435"/>
                      <a:pt x="3993" y="8437"/>
                      <a:pt x="4008" y="8441"/>
                    </a:cubicBezTo>
                    <a:cubicBezTo>
                      <a:pt x="4260" y="8500"/>
                      <a:pt x="4525" y="8530"/>
                      <a:pt x="4791" y="8530"/>
                    </a:cubicBezTo>
                    <a:cubicBezTo>
                      <a:pt x="4858" y="8530"/>
                      <a:pt x="4925" y="8528"/>
                      <a:pt x="4991" y="8524"/>
                    </a:cubicBezTo>
                    <a:cubicBezTo>
                      <a:pt x="5056" y="8524"/>
                      <a:pt x="5121" y="8562"/>
                      <a:pt x="5149" y="8626"/>
                    </a:cubicBezTo>
                    <a:lnTo>
                      <a:pt x="5418" y="9498"/>
                    </a:lnTo>
                    <a:cubicBezTo>
                      <a:pt x="5440" y="9558"/>
                      <a:pt x="5498" y="9599"/>
                      <a:pt x="5563" y="9599"/>
                    </a:cubicBezTo>
                    <a:cubicBezTo>
                      <a:pt x="5580" y="9599"/>
                      <a:pt x="5596" y="9597"/>
                      <a:pt x="5613" y="9591"/>
                    </a:cubicBezTo>
                    <a:lnTo>
                      <a:pt x="6921" y="9183"/>
                    </a:lnTo>
                    <a:cubicBezTo>
                      <a:pt x="7004" y="9155"/>
                      <a:pt x="7042" y="9072"/>
                      <a:pt x="7023" y="8988"/>
                    </a:cubicBezTo>
                    <a:lnTo>
                      <a:pt x="6745" y="8126"/>
                    </a:lnTo>
                    <a:cubicBezTo>
                      <a:pt x="6726" y="8061"/>
                      <a:pt x="6754" y="7986"/>
                      <a:pt x="6810" y="7949"/>
                    </a:cubicBezTo>
                    <a:cubicBezTo>
                      <a:pt x="7097" y="7764"/>
                      <a:pt x="7348" y="7550"/>
                      <a:pt x="7570" y="7309"/>
                    </a:cubicBezTo>
                    <a:cubicBezTo>
                      <a:pt x="7602" y="7278"/>
                      <a:pt x="7646" y="7259"/>
                      <a:pt x="7692" y="7259"/>
                    </a:cubicBezTo>
                    <a:cubicBezTo>
                      <a:pt x="7713" y="7259"/>
                      <a:pt x="7735" y="7263"/>
                      <a:pt x="7756" y="7272"/>
                    </a:cubicBezTo>
                    <a:lnTo>
                      <a:pt x="8563" y="7690"/>
                    </a:lnTo>
                    <a:cubicBezTo>
                      <a:pt x="8585" y="7704"/>
                      <a:pt x="8610" y="7710"/>
                      <a:pt x="8634" y="7710"/>
                    </a:cubicBezTo>
                    <a:cubicBezTo>
                      <a:pt x="8688" y="7710"/>
                      <a:pt x="8741" y="7676"/>
                      <a:pt x="8767" y="7625"/>
                    </a:cubicBezTo>
                    <a:lnTo>
                      <a:pt x="9398" y="6409"/>
                    </a:lnTo>
                    <a:cubicBezTo>
                      <a:pt x="9444" y="6335"/>
                      <a:pt x="9407" y="6242"/>
                      <a:pt x="9333" y="6205"/>
                    </a:cubicBezTo>
                    <a:lnTo>
                      <a:pt x="8535" y="5788"/>
                    </a:lnTo>
                    <a:cubicBezTo>
                      <a:pt x="8470" y="5751"/>
                      <a:pt x="8442" y="5686"/>
                      <a:pt x="8452" y="5612"/>
                    </a:cubicBezTo>
                    <a:cubicBezTo>
                      <a:pt x="8526" y="5296"/>
                      <a:pt x="8554" y="4962"/>
                      <a:pt x="8535" y="4628"/>
                    </a:cubicBezTo>
                    <a:cubicBezTo>
                      <a:pt x="8535" y="4554"/>
                      <a:pt x="8582" y="4498"/>
                      <a:pt x="8646" y="4471"/>
                    </a:cubicBezTo>
                    <a:lnTo>
                      <a:pt x="9509" y="4202"/>
                    </a:lnTo>
                    <a:cubicBezTo>
                      <a:pt x="9593" y="4174"/>
                      <a:pt x="9639" y="4090"/>
                      <a:pt x="9611" y="4007"/>
                    </a:cubicBezTo>
                    <a:lnTo>
                      <a:pt x="9194" y="2699"/>
                    </a:lnTo>
                    <a:cubicBezTo>
                      <a:pt x="9179" y="2632"/>
                      <a:pt x="9116" y="2589"/>
                      <a:pt x="9049" y="2589"/>
                    </a:cubicBezTo>
                    <a:cubicBezTo>
                      <a:pt x="9032" y="2589"/>
                      <a:pt x="9015" y="2591"/>
                      <a:pt x="8999" y="2597"/>
                    </a:cubicBezTo>
                    <a:lnTo>
                      <a:pt x="8136" y="2875"/>
                    </a:lnTo>
                    <a:cubicBezTo>
                      <a:pt x="8123" y="2879"/>
                      <a:pt x="8109" y="2881"/>
                      <a:pt x="8096" y="2881"/>
                    </a:cubicBezTo>
                    <a:cubicBezTo>
                      <a:pt x="8043" y="2881"/>
                      <a:pt x="7990" y="2852"/>
                      <a:pt x="7960" y="2801"/>
                    </a:cubicBezTo>
                    <a:cubicBezTo>
                      <a:pt x="7784" y="2522"/>
                      <a:pt x="7570" y="2263"/>
                      <a:pt x="7329" y="2049"/>
                    </a:cubicBezTo>
                    <a:cubicBezTo>
                      <a:pt x="7274" y="2003"/>
                      <a:pt x="7255" y="1929"/>
                      <a:pt x="7292" y="1864"/>
                    </a:cubicBezTo>
                    <a:lnTo>
                      <a:pt x="7710" y="1057"/>
                    </a:lnTo>
                    <a:cubicBezTo>
                      <a:pt x="7747" y="983"/>
                      <a:pt x="7719" y="890"/>
                      <a:pt x="7645" y="853"/>
                    </a:cubicBezTo>
                    <a:lnTo>
                      <a:pt x="6420" y="222"/>
                    </a:lnTo>
                    <a:cubicBezTo>
                      <a:pt x="6398" y="208"/>
                      <a:pt x="6373" y="201"/>
                      <a:pt x="6349" y="201"/>
                    </a:cubicBezTo>
                    <a:cubicBezTo>
                      <a:pt x="6295" y="201"/>
                      <a:pt x="6242" y="235"/>
                      <a:pt x="6216" y="287"/>
                    </a:cubicBezTo>
                    <a:lnTo>
                      <a:pt x="5799" y="1085"/>
                    </a:lnTo>
                    <a:cubicBezTo>
                      <a:pt x="5774" y="1141"/>
                      <a:pt x="5714" y="1170"/>
                      <a:pt x="5656" y="1170"/>
                    </a:cubicBezTo>
                    <a:cubicBezTo>
                      <a:pt x="5648" y="1170"/>
                      <a:pt x="5640" y="1169"/>
                      <a:pt x="5632" y="1168"/>
                    </a:cubicBezTo>
                    <a:cubicBezTo>
                      <a:pt x="5347" y="1103"/>
                      <a:pt x="5062" y="1074"/>
                      <a:pt x="4765" y="1074"/>
                    </a:cubicBezTo>
                    <a:cubicBezTo>
                      <a:pt x="4723" y="1074"/>
                      <a:pt x="4681" y="1074"/>
                      <a:pt x="4639" y="1075"/>
                    </a:cubicBezTo>
                    <a:cubicBezTo>
                      <a:pt x="4633" y="1076"/>
                      <a:pt x="4628" y="1076"/>
                      <a:pt x="4622" y="1076"/>
                    </a:cubicBezTo>
                    <a:cubicBezTo>
                      <a:pt x="4563" y="1076"/>
                      <a:pt x="4507" y="1033"/>
                      <a:pt x="4491" y="973"/>
                    </a:cubicBezTo>
                    <a:lnTo>
                      <a:pt x="4212" y="111"/>
                    </a:lnTo>
                    <a:cubicBezTo>
                      <a:pt x="4197" y="44"/>
                      <a:pt x="4135" y="0"/>
                      <a:pt x="406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85" name="Google Shape;285;p19"/>
              <p:cNvSpPr/>
              <p:nvPr/>
            </p:nvSpPr>
            <p:spPr>
              <a:xfrm>
                <a:off x="7358250" y="1831425"/>
                <a:ext cx="243775" cy="242850"/>
              </a:xfrm>
              <a:custGeom>
                <a:avLst/>
                <a:gdLst/>
                <a:ahLst/>
                <a:cxnLst/>
                <a:rect l="l" t="t" r="r" b="b"/>
                <a:pathLst>
                  <a:path w="9751" h="9714" extrusionOk="0">
                    <a:moveTo>
                      <a:pt x="4899" y="2691"/>
                    </a:moveTo>
                    <a:cubicBezTo>
                      <a:pt x="5316" y="2691"/>
                      <a:pt x="5724" y="2811"/>
                      <a:pt x="6077" y="3053"/>
                    </a:cubicBezTo>
                    <a:cubicBezTo>
                      <a:pt x="6671" y="3433"/>
                      <a:pt x="7023" y="4073"/>
                      <a:pt x="7042" y="4778"/>
                    </a:cubicBezTo>
                    <a:cubicBezTo>
                      <a:pt x="7079" y="5594"/>
                      <a:pt x="6439" y="6568"/>
                      <a:pt x="5669" y="6856"/>
                    </a:cubicBezTo>
                    <a:cubicBezTo>
                      <a:pt x="5413" y="6953"/>
                      <a:pt x="5148" y="7001"/>
                      <a:pt x="4885" y="7001"/>
                    </a:cubicBezTo>
                    <a:cubicBezTo>
                      <a:pt x="4470" y="7001"/>
                      <a:pt x="4060" y="6881"/>
                      <a:pt x="3702" y="6643"/>
                    </a:cubicBezTo>
                    <a:cubicBezTo>
                      <a:pt x="3118" y="6253"/>
                      <a:pt x="2765" y="5622"/>
                      <a:pt x="2737" y="4908"/>
                    </a:cubicBezTo>
                    <a:cubicBezTo>
                      <a:pt x="2709" y="4092"/>
                      <a:pt x="3350" y="3127"/>
                      <a:pt x="4110" y="2839"/>
                    </a:cubicBezTo>
                    <a:cubicBezTo>
                      <a:pt x="4370" y="2737"/>
                      <a:pt x="4630" y="2691"/>
                      <a:pt x="4899" y="2691"/>
                    </a:cubicBezTo>
                    <a:close/>
                    <a:moveTo>
                      <a:pt x="4899" y="2572"/>
                    </a:moveTo>
                    <a:cubicBezTo>
                      <a:pt x="4622" y="2572"/>
                      <a:pt x="4343" y="2624"/>
                      <a:pt x="4073" y="2728"/>
                    </a:cubicBezTo>
                    <a:cubicBezTo>
                      <a:pt x="3247" y="3034"/>
                      <a:pt x="2589" y="4036"/>
                      <a:pt x="2617" y="4917"/>
                    </a:cubicBezTo>
                    <a:cubicBezTo>
                      <a:pt x="2645" y="5669"/>
                      <a:pt x="3016" y="6327"/>
                      <a:pt x="3637" y="6745"/>
                    </a:cubicBezTo>
                    <a:cubicBezTo>
                      <a:pt x="4017" y="6995"/>
                      <a:pt x="4444" y="7116"/>
                      <a:pt x="4889" y="7116"/>
                    </a:cubicBezTo>
                    <a:cubicBezTo>
                      <a:pt x="5158" y="7116"/>
                      <a:pt x="5437" y="7069"/>
                      <a:pt x="5715" y="6967"/>
                    </a:cubicBezTo>
                    <a:cubicBezTo>
                      <a:pt x="6531" y="6652"/>
                      <a:pt x="7199" y="5650"/>
                      <a:pt x="7162" y="4778"/>
                    </a:cubicBezTo>
                    <a:cubicBezTo>
                      <a:pt x="7134" y="4027"/>
                      <a:pt x="6763" y="3359"/>
                      <a:pt x="6142" y="2951"/>
                    </a:cubicBezTo>
                    <a:cubicBezTo>
                      <a:pt x="5767" y="2701"/>
                      <a:pt x="5336" y="2572"/>
                      <a:pt x="4899" y="2572"/>
                    </a:cubicBezTo>
                    <a:close/>
                    <a:moveTo>
                      <a:pt x="4144" y="114"/>
                    </a:moveTo>
                    <a:cubicBezTo>
                      <a:pt x="4157" y="114"/>
                      <a:pt x="4171" y="117"/>
                      <a:pt x="4184" y="121"/>
                    </a:cubicBezTo>
                    <a:cubicBezTo>
                      <a:pt x="4203" y="140"/>
                      <a:pt x="4222" y="158"/>
                      <a:pt x="4231" y="186"/>
                    </a:cubicBezTo>
                    <a:lnTo>
                      <a:pt x="4500" y="1049"/>
                    </a:lnTo>
                    <a:cubicBezTo>
                      <a:pt x="4526" y="1127"/>
                      <a:pt x="4609" y="1189"/>
                      <a:pt x="4695" y="1189"/>
                    </a:cubicBezTo>
                    <a:cubicBezTo>
                      <a:pt x="4701" y="1189"/>
                      <a:pt x="4707" y="1189"/>
                      <a:pt x="4713" y="1188"/>
                    </a:cubicBezTo>
                    <a:cubicBezTo>
                      <a:pt x="4753" y="1187"/>
                      <a:pt x="4793" y="1186"/>
                      <a:pt x="4833" y="1186"/>
                    </a:cubicBezTo>
                    <a:cubicBezTo>
                      <a:pt x="5118" y="1186"/>
                      <a:pt x="5403" y="1216"/>
                      <a:pt x="5687" y="1281"/>
                    </a:cubicBezTo>
                    <a:cubicBezTo>
                      <a:pt x="5701" y="1283"/>
                      <a:pt x="5715" y="1285"/>
                      <a:pt x="5728" y="1285"/>
                    </a:cubicBezTo>
                    <a:cubicBezTo>
                      <a:pt x="5806" y="1285"/>
                      <a:pt x="5880" y="1241"/>
                      <a:pt x="5919" y="1169"/>
                    </a:cubicBezTo>
                    <a:lnTo>
                      <a:pt x="6337" y="362"/>
                    </a:lnTo>
                    <a:cubicBezTo>
                      <a:pt x="6346" y="344"/>
                      <a:pt x="6364" y="325"/>
                      <a:pt x="6392" y="316"/>
                    </a:cubicBezTo>
                    <a:cubicBezTo>
                      <a:pt x="6400" y="313"/>
                      <a:pt x="6408" y="312"/>
                      <a:pt x="6415" y="312"/>
                    </a:cubicBezTo>
                    <a:cubicBezTo>
                      <a:pt x="6432" y="312"/>
                      <a:pt x="6447" y="319"/>
                      <a:pt x="6467" y="325"/>
                    </a:cubicBezTo>
                    <a:lnTo>
                      <a:pt x="7682" y="956"/>
                    </a:lnTo>
                    <a:cubicBezTo>
                      <a:pt x="7710" y="965"/>
                      <a:pt x="7719" y="984"/>
                      <a:pt x="7728" y="1012"/>
                    </a:cubicBezTo>
                    <a:cubicBezTo>
                      <a:pt x="7737" y="1040"/>
                      <a:pt x="7737" y="1058"/>
                      <a:pt x="7719" y="1086"/>
                    </a:cubicBezTo>
                    <a:lnTo>
                      <a:pt x="7301" y="1893"/>
                    </a:lnTo>
                    <a:cubicBezTo>
                      <a:pt x="7264" y="1976"/>
                      <a:pt x="7283" y="2079"/>
                      <a:pt x="7357" y="2143"/>
                    </a:cubicBezTo>
                    <a:cubicBezTo>
                      <a:pt x="7598" y="2366"/>
                      <a:pt x="7802" y="2617"/>
                      <a:pt x="7979" y="2886"/>
                    </a:cubicBezTo>
                    <a:cubicBezTo>
                      <a:pt x="8022" y="2951"/>
                      <a:pt x="8093" y="2987"/>
                      <a:pt x="8162" y="2987"/>
                    </a:cubicBezTo>
                    <a:cubicBezTo>
                      <a:pt x="8182" y="2987"/>
                      <a:pt x="8201" y="2985"/>
                      <a:pt x="8220" y="2978"/>
                    </a:cubicBezTo>
                    <a:lnTo>
                      <a:pt x="9083" y="2709"/>
                    </a:lnTo>
                    <a:cubicBezTo>
                      <a:pt x="9094" y="2705"/>
                      <a:pt x="9106" y="2703"/>
                      <a:pt x="9116" y="2703"/>
                    </a:cubicBezTo>
                    <a:cubicBezTo>
                      <a:pt x="9132" y="2703"/>
                      <a:pt x="9146" y="2708"/>
                      <a:pt x="9157" y="2719"/>
                    </a:cubicBezTo>
                    <a:cubicBezTo>
                      <a:pt x="9185" y="2728"/>
                      <a:pt x="9203" y="2746"/>
                      <a:pt x="9203" y="2774"/>
                    </a:cubicBezTo>
                    <a:lnTo>
                      <a:pt x="9621" y="4082"/>
                    </a:lnTo>
                    <a:cubicBezTo>
                      <a:pt x="9630" y="4101"/>
                      <a:pt x="9630" y="4129"/>
                      <a:pt x="9611" y="4156"/>
                    </a:cubicBezTo>
                    <a:cubicBezTo>
                      <a:pt x="9602" y="4175"/>
                      <a:pt x="9583" y="4194"/>
                      <a:pt x="9556" y="4203"/>
                    </a:cubicBezTo>
                    <a:lnTo>
                      <a:pt x="8693" y="4472"/>
                    </a:lnTo>
                    <a:cubicBezTo>
                      <a:pt x="8600" y="4500"/>
                      <a:pt x="8544" y="4592"/>
                      <a:pt x="8544" y="4685"/>
                    </a:cubicBezTo>
                    <a:cubicBezTo>
                      <a:pt x="8563" y="5010"/>
                      <a:pt x="8535" y="5335"/>
                      <a:pt x="8461" y="5659"/>
                    </a:cubicBezTo>
                    <a:cubicBezTo>
                      <a:pt x="8442" y="5752"/>
                      <a:pt x="8489" y="5845"/>
                      <a:pt x="8572" y="5891"/>
                    </a:cubicBezTo>
                    <a:lnTo>
                      <a:pt x="9379" y="6309"/>
                    </a:lnTo>
                    <a:cubicBezTo>
                      <a:pt x="9426" y="6337"/>
                      <a:pt x="9444" y="6392"/>
                      <a:pt x="9416" y="6439"/>
                    </a:cubicBezTo>
                    <a:lnTo>
                      <a:pt x="8786" y="7654"/>
                    </a:lnTo>
                    <a:cubicBezTo>
                      <a:pt x="8767" y="7682"/>
                      <a:pt x="8749" y="7700"/>
                      <a:pt x="8730" y="7709"/>
                    </a:cubicBezTo>
                    <a:cubicBezTo>
                      <a:pt x="8702" y="7709"/>
                      <a:pt x="8674" y="7709"/>
                      <a:pt x="8656" y="7700"/>
                    </a:cubicBezTo>
                    <a:lnTo>
                      <a:pt x="7849" y="7283"/>
                    </a:lnTo>
                    <a:cubicBezTo>
                      <a:pt x="7818" y="7266"/>
                      <a:pt x="7785" y="7257"/>
                      <a:pt x="7752" y="7257"/>
                    </a:cubicBezTo>
                    <a:cubicBezTo>
                      <a:pt x="7695" y="7257"/>
                      <a:pt x="7639" y="7282"/>
                      <a:pt x="7598" y="7329"/>
                    </a:cubicBezTo>
                    <a:cubicBezTo>
                      <a:pt x="7376" y="7570"/>
                      <a:pt x="7125" y="7784"/>
                      <a:pt x="6847" y="7951"/>
                    </a:cubicBezTo>
                    <a:cubicBezTo>
                      <a:pt x="6763" y="8006"/>
                      <a:pt x="6726" y="8108"/>
                      <a:pt x="6754" y="8201"/>
                    </a:cubicBezTo>
                    <a:lnTo>
                      <a:pt x="7032" y="9064"/>
                    </a:lnTo>
                    <a:cubicBezTo>
                      <a:pt x="7051" y="9110"/>
                      <a:pt x="7023" y="9166"/>
                      <a:pt x="6967" y="9184"/>
                    </a:cubicBezTo>
                    <a:lnTo>
                      <a:pt x="5659" y="9593"/>
                    </a:lnTo>
                    <a:cubicBezTo>
                      <a:pt x="5650" y="9596"/>
                      <a:pt x="5640" y="9598"/>
                      <a:pt x="5630" y="9598"/>
                    </a:cubicBezTo>
                    <a:cubicBezTo>
                      <a:pt x="5591" y="9598"/>
                      <a:pt x="5554" y="9572"/>
                      <a:pt x="5539" y="9528"/>
                    </a:cubicBezTo>
                    <a:lnTo>
                      <a:pt x="5270" y="8665"/>
                    </a:lnTo>
                    <a:cubicBezTo>
                      <a:pt x="5242" y="8581"/>
                      <a:pt x="5158" y="8526"/>
                      <a:pt x="5066" y="8526"/>
                    </a:cubicBezTo>
                    <a:cubicBezTo>
                      <a:pt x="5066" y="8526"/>
                      <a:pt x="5056" y="8526"/>
                      <a:pt x="5056" y="8517"/>
                    </a:cubicBezTo>
                    <a:cubicBezTo>
                      <a:pt x="4992" y="8520"/>
                      <a:pt x="4926" y="8522"/>
                      <a:pt x="4861" y="8522"/>
                    </a:cubicBezTo>
                    <a:cubicBezTo>
                      <a:pt x="4599" y="8522"/>
                      <a:pt x="4335" y="8492"/>
                      <a:pt x="4082" y="8433"/>
                    </a:cubicBezTo>
                    <a:cubicBezTo>
                      <a:pt x="4069" y="8430"/>
                      <a:pt x="4055" y="8429"/>
                      <a:pt x="4041" y="8429"/>
                    </a:cubicBezTo>
                    <a:cubicBezTo>
                      <a:pt x="3963" y="8429"/>
                      <a:pt x="3890" y="8473"/>
                      <a:pt x="3850" y="8544"/>
                    </a:cubicBezTo>
                    <a:lnTo>
                      <a:pt x="3433" y="9351"/>
                    </a:lnTo>
                    <a:cubicBezTo>
                      <a:pt x="3424" y="9370"/>
                      <a:pt x="3396" y="9389"/>
                      <a:pt x="3377" y="9398"/>
                    </a:cubicBezTo>
                    <a:cubicBezTo>
                      <a:pt x="3350" y="9398"/>
                      <a:pt x="3322" y="9398"/>
                      <a:pt x="3303" y="9389"/>
                    </a:cubicBezTo>
                    <a:lnTo>
                      <a:pt x="2088" y="8758"/>
                    </a:lnTo>
                    <a:cubicBezTo>
                      <a:pt x="2042" y="8730"/>
                      <a:pt x="2023" y="8674"/>
                      <a:pt x="2042" y="8628"/>
                    </a:cubicBezTo>
                    <a:lnTo>
                      <a:pt x="2459" y="7821"/>
                    </a:lnTo>
                    <a:cubicBezTo>
                      <a:pt x="2505" y="7737"/>
                      <a:pt x="2487" y="7635"/>
                      <a:pt x="2413" y="7570"/>
                    </a:cubicBezTo>
                    <a:cubicBezTo>
                      <a:pt x="2171" y="7348"/>
                      <a:pt x="1967" y="7097"/>
                      <a:pt x="1791" y="6819"/>
                    </a:cubicBezTo>
                    <a:cubicBezTo>
                      <a:pt x="1748" y="6754"/>
                      <a:pt x="1676" y="6717"/>
                      <a:pt x="1607" y="6717"/>
                    </a:cubicBezTo>
                    <a:cubicBezTo>
                      <a:pt x="1588" y="6717"/>
                      <a:pt x="1568" y="6720"/>
                      <a:pt x="1550" y="6726"/>
                    </a:cubicBezTo>
                    <a:lnTo>
                      <a:pt x="678" y="7004"/>
                    </a:lnTo>
                    <a:cubicBezTo>
                      <a:pt x="668" y="7008"/>
                      <a:pt x="658" y="7010"/>
                      <a:pt x="648" y="7010"/>
                    </a:cubicBezTo>
                    <a:cubicBezTo>
                      <a:pt x="610" y="7010"/>
                      <a:pt x="572" y="6984"/>
                      <a:pt x="557" y="6939"/>
                    </a:cubicBezTo>
                    <a:lnTo>
                      <a:pt x="149" y="5631"/>
                    </a:lnTo>
                    <a:cubicBezTo>
                      <a:pt x="131" y="5585"/>
                      <a:pt x="158" y="5529"/>
                      <a:pt x="214" y="5511"/>
                    </a:cubicBezTo>
                    <a:lnTo>
                      <a:pt x="1077" y="5242"/>
                    </a:lnTo>
                    <a:cubicBezTo>
                      <a:pt x="1160" y="5214"/>
                      <a:pt x="1225" y="5121"/>
                      <a:pt x="1216" y="5028"/>
                    </a:cubicBezTo>
                    <a:cubicBezTo>
                      <a:pt x="1207" y="4704"/>
                      <a:pt x="1234" y="4370"/>
                      <a:pt x="1309" y="4054"/>
                    </a:cubicBezTo>
                    <a:cubicBezTo>
                      <a:pt x="1327" y="3962"/>
                      <a:pt x="1281" y="3860"/>
                      <a:pt x="1197" y="3823"/>
                    </a:cubicBezTo>
                    <a:lnTo>
                      <a:pt x="390" y="3405"/>
                    </a:lnTo>
                    <a:cubicBezTo>
                      <a:pt x="372" y="3387"/>
                      <a:pt x="353" y="3368"/>
                      <a:pt x="344" y="3349"/>
                    </a:cubicBezTo>
                    <a:cubicBezTo>
                      <a:pt x="335" y="3322"/>
                      <a:pt x="344" y="3294"/>
                      <a:pt x="353" y="3275"/>
                    </a:cubicBezTo>
                    <a:lnTo>
                      <a:pt x="984" y="2060"/>
                    </a:lnTo>
                    <a:cubicBezTo>
                      <a:pt x="1005" y="2026"/>
                      <a:pt x="1041" y="2006"/>
                      <a:pt x="1077" y="2006"/>
                    </a:cubicBezTo>
                    <a:cubicBezTo>
                      <a:pt x="1089" y="2006"/>
                      <a:pt x="1102" y="2009"/>
                      <a:pt x="1114" y="2014"/>
                    </a:cubicBezTo>
                    <a:lnTo>
                      <a:pt x="1921" y="2431"/>
                    </a:lnTo>
                    <a:cubicBezTo>
                      <a:pt x="1952" y="2448"/>
                      <a:pt x="1985" y="2456"/>
                      <a:pt x="2018" y="2456"/>
                    </a:cubicBezTo>
                    <a:cubicBezTo>
                      <a:pt x="2074" y="2456"/>
                      <a:pt x="2130" y="2432"/>
                      <a:pt x="2171" y="2385"/>
                    </a:cubicBezTo>
                    <a:cubicBezTo>
                      <a:pt x="2394" y="2143"/>
                      <a:pt x="2645" y="1930"/>
                      <a:pt x="2923" y="1763"/>
                    </a:cubicBezTo>
                    <a:cubicBezTo>
                      <a:pt x="2997" y="1707"/>
                      <a:pt x="3034" y="1605"/>
                      <a:pt x="3006" y="1513"/>
                    </a:cubicBezTo>
                    <a:lnTo>
                      <a:pt x="2737" y="650"/>
                    </a:lnTo>
                    <a:cubicBezTo>
                      <a:pt x="2728" y="631"/>
                      <a:pt x="2728" y="604"/>
                      <a:pt x="2747" y="585"/>
                    </a:cubicBezTo>
                    <a:cubicBezTo>
                      <a:pt x="2756" y="557"/>
                      <a:pt x="2774" y="539"/>
                      <a:pt x="2802" y="529"/>
                    </a:cubicBezTo>
                    <a:lnTo>
                      <a:pt x="4110" y="121"/>
                    </a:lnTo>
                    <a:cubicBezTo>
                      <a:pt x="4120" y="117"/>
                      <a:pt x="4131" y="114"/>
                      <a:pt x="4144" y="114"/>
                    </a:cubicBezTo>
                    <a:close/>
                    <a:moveTo>
                      <a:pt x="4132" y="0"/>
                    </a:moveTo>
                    <a:cubicBezTo>
                      <a:pt x="4113" y="0"/>
                      <a:pt x="4093" y="3"/>
                      <a:pt x="4073" y="10"/>
                    </a:cubicBezTo>
                    <a:lnTo>
                      <a:pt x="2765" y="427"/>
                    </a:lnTo>
                    <a:cubicBezTo>
                      <a:pt x="2709" y="446"/>
                      <a:pt x="2663" y="483"/>
                      <a:pt x="2645" y="529"/>
                    </a:cubicBezTo>
                    <a:cubicBezTo>
                      <a:pt x="2617" y="585"/>
                      <a:pt x="2607" y="641"/>
                      <a:pt x="2626" y="696"/>
                    </a:cubicBezTo>
                    <a:lnTo>
                      <a:pt x="2895" y="1559"/>
                    </a:lnTo>
                    <a:cubicBezTo>
                      <a:pt x="2914" y="1596"/>
                      <a:pt x="2895" y="1643"/>
                      <a:pt x="2858" y="1661"/>
                    </a:cubicBezTo>
                    <a:cubicBezTo>
                      <a:pt x="2570" y="1847"/>
                      <a:pt x="2311" y="2060"/>
                      <a:pt x="2088" y="2310"/>
                    </a:cubicBezTo>
                    <a:cubicBezTo>
                      <a:pt x="2069" y="2335"/>
                      <a:pt x="2043" y="2348"/>
                      <a:pt x="2016" y="2348"/>
                    </a:cubicBezTo>
                    <a:cubicBezTo>
                      <a:pt x="2002" y="2348"/>
                      <a:pt x="1989" y="2344"/>
                      <a:pt x="1977" y="2338"/>
                    </a:cubicBezTo>
                    <a:lnTo>
                      <a:pt x="1170" y="1921"/>
                    </a:lnTo>
                    <a:cubicBezTo>
                      <a:pt x="1137" y="1903"/>
                      <a:pt x="1102" y="1895"/>
                      <a:pt x="1068" y="1895"/>
                    </a:cubicBezTo>
                    <a:cubicBezTo>
                      <a:pt x="993" y="1895"/>
                      <a:pt x="920" y="1934"/>
                      <a:pt x="882" y="2004"/>
                    </a:cubicBezTo>
                    <a:lnTo>
                      <a:pt x="251" y="3229"/>
                    </a:lnTo>
                    <a:cubicBezTo>
                      <a:pt x="223" y="3275"/>
                      <a:pt x="223" y="3331"/>
                      <a:pt x="233" y="3387"/>
                    </a:cubicBezTo>
                    <a:cubicBezTo>
                      <a:pt x="251" y="3442"/>
                      <a:pt x="288" y="3479"/>
                      <a:pt x="344" y="3507"/>
                    </a:cubicBezTo>
                    <a:lnTo>
                      <a:pt x="1142" y="3925"/>
                    </a:lnTo>
                    <a:cubicBezTo>
                      <a:pt x="1179" y="3943"/>
                      <a:pt x="1197" y="3990"/>
                      <a:pt x="1188" y="4036"/>
                    </a:cubicBezTo>
                    <a:cubicBezTo>
                      <a:pt x="1114" y="4361"/>
                      <a:pt x="1086" y="4695"/>
                      <a:pt x="1105" y="5038"/>
                    </a:cubicBezTo>
                    <a:cubicBezTo>
                      <a:pt x="1105" y="5084"/>
                      <a:pt x="1086" y="5121"/>
                      <a:pt x="1040" y="5131"/>
                    </a:cubicBezTo>
                    <a:lnTo>
                      <a:pt x="177" y="5409"/>
                    </a:lnTo>
                    <a:cubicBezTo>
                      <a:pt x="66" y="5437"/>
                      <a:pt x="1" y="5557"/>
                      <a:pt x="38" y="5669"/>
                    </a:cubicBezTo>
                    <a:lnTo>
                      <a:pt x="455" y="6977"/>
                    </a:lnTo>
                    <a:cubicBezTo>
                      <a:pt x="478" y="7067"/>
                      <a:pt x="561" y="7126"/>
                      <a:pt x="651" y="7126"/>
                    </a:cubicBezTo>
                    <a:cubicBezTo>
                      <a:pt x="672" y="7126"/>
                      <a:pt x="694" y="7123"/>
                      <a:pt x="715" y="7116"/>
                    </a:cubicBezTo>
                    <a:lnTo>
                      <a:pt x="1578" y="6847"/>
                    </a:lnTo>
                    <a:cubicBezTo>
                      <a:pt x="1590" y="6842"/>
                      <a:pt x="1603" y="6839"/>
                      <a:pt x="1614" y="6839"/>
                    </a:cubicBezTo>
                    <a:cubicBezTo>
                      <a:pt x="1647" y="6839"/>
                      <a:pt x="1675" y="6857"/>
                      <a:pt x="1689" y="6884"/>
                    </a:cubicBezTo>
                    <a:cubicBezTo>
                      <a:pt x="1875" y="7171"/>
                      <a:pt x="2088" y="7431"/>
                      <a:pt x="2338" y="7654"/>
                    </a:cubicBezTo>
                    <a:cubicBezTo>
                      <a:pt x="2375" y="7691"/>
                      <a:pt x="2375" y="7728"/>
                      <a:pt x="2357" y="7774"/>
                    </a:cubicBezTo>
                    <a:lnTo>
                      <a:pt x="1939" y="8572"/>
                    </a:lnTo>
                    <a:cubicBezTo>
                      <a:pt x="1893" y="8674"/>
                      <a:pt x="1930" y="8804"/>
                      <a:pt x="2032" y="8860"/>
                    </a:cubicBezTo>
                    <a:lnTo>
                      <a:pt x="3247" y="9491"/>
                    </a:lnTo>
                    <a:cubicBezTo>
                      <a:pt x="3283" y="9509"/>
                      <a:pt x="3319" y="9519"/>
                      <a:pt x="3355" y="9519"/>
                    </a:cubicBezTo>
                    <a:cubicBezTo>
                      <a:pt x="3375" y="9519"/>
                      <a:pt x="3395" y="9516"/>
                      <a:pt x="3414" y="9509"/>
                    </a:cubicBezTo>
                    <a:cubicBezTo>
                      <a:pt x="3461" y="9491"/>
                      <a:pt x="3507" y="9453"/>
                      <a:pt x="3535" y="9407"/>
                    </a:cubicBezTo>
                    <a:lnTo>
                      <a:pt x="3953" y="8600"/>
                    </a:lnTo>
                    <a:cubicBezTo>
                      <a:pt x="3968" y="8569"/>
                      <a:pt x="4002" y="8551"/>
                      <a:pt x="4040" y="8551"/>
                    </a:cubicBezTo>
                    <a:cubicBezTo>
                      <a:pt x="4048" y="8551"/>
                      <a:pt x="4056" y="8552"/>
                      <a:pt x="4064" y="8554"/>
                    </a:cubicBezTo>
                    <a:cubicBezTo>
                      <a:pt x="4324" y="8613"/>
                      <a:pt x="4589" y="8643"/>
                      <a:pt x="4861" y="8643"/>
                    </a:cubicBezTo>
                    <a:cubicBezTo>
                      <a:pt x="4929" y="8643"/>
                      <a:pt x="4997" y="8641"/>
                      <a:pt x="5066" y="8637"/>
                    </a:cubicBezTo>
                    <a:cubicBezTo>
                      <a:pt x="5112" y="8637"/>
                      <a:pt x="5149" y="8665"/>
                      <a:pt x="5158" y="8702"/>
                    </a:cubicBezTo>
                    <a:lnTo>
                      <a:pt x="5428" y="9565"/>
                    </a:lnTo>
                    <a:cubicBezTo>
                      <a:pt x="5455" y="9658"/>
                      <a:pt x="5539" y="9713"/>
                      <a:pt x="5632" y="9713"/>
                    </a:cubicBezTo>
                    <a:cubicBezTo>
                      <a:pt x="5650" y="9713"/>
                      <a:pt x="5678" y="9713"/>
                      <a:pt x="5697" y="9704"/>
                    </a:cubicBezTo>
                    <a:lnTo>
                      <a:pt x="7005" y="9296"/>
                    </a:lnTo>
                    <a:cubicBezTo>
                      <a:pt x="7116" y="9259"/>
                      <a:pt x="7172" y="9138"/>
                      <a:pt x="7144" y="9027"/>
                    </a:cubicBezTo>
                    <a:lnTo>
                      <a:pt x="6865" y="8164"/>
                    </a:lnTo>
                    <a:cubicBezTo>
                      <a:pt x="6856" y="8127"/>
                      <a:pt x="6875" y="8081"/>
                      <a:pt x="6912" y="8053"/>
                    </a:cubicBezTo>
                    <a:cubicBezTo>
                      <a:pt x="7190" y="7876"/>
                      <a:pt x="7450" y="7654"/>
                      <a:pt x="7682" y="7413"/>
                    </a:cubicBezTo>
                    <a:cubicBezTo>
                      <a:pt x="7700" y="7388"/>
                      <a:pt x="7727" y="7375"/>
                      <a:pt x="7754" y="7375"/>
                    </a:cubicBezTo>
                    <a:cubicBezTo>
                      <a:pt x="7767" y="7375"/>
                      <a:pt x="7781" y="7379"/>
                      <a:pt x="7793" y="7385"/>
                    </a:cubicBezTo>
                    <a:lnTo>
                      <a:pt x="8600" y="7802"/>
                    </a:lnTo>
                    <a:cubicBezTo>
                      <a:pt x="8630" y="7820"/>
                      <a:pt x="8664" y="7830"/>
                      <a:pt x="8699" y="7830"/>
                    </a:cubicBezTo>
                    <a:cubicBezTo>
                      <a:pt x="8718" y="7830"/>
                      <a:pt x="8738" y="7827"/>
                      <a:pt x="8758" y="7821"/>
                    </a:cubicBezTo>
                    <a:cubicBezTo>
                      <a:pt x="8814" y="7802"/>
                      <a:pt x="8860" y="7765"/>
                      <a:pt x="8888" y="7709"/>
                    </a:cubicBezTo>
                    <a:lnTo>
                      <a:pt x="9519" y="6494"/>
                    </a:lnTo>
                    <a:cubicBezTo>
                      <a:pt x="9574" y="6392"/>
                      <a:pt x="9528" y="6262"/>
                      <a:pt x="9426" y="6207"/>
                    </a:cubicBezTo>
                    <a:lnTo>
                      <a:pt x="8619" y="5789"/>
                    </a:lnTo>
                    <a:cubicBezTo>
                      <a:pt x="8582" y="5771"/>
                      <a:pt x="8563" y="5734"/>
                      <a:pt x="8572" y="5687"/>
                    </a:cubicBezTo>
                    <a:cubicBezTo>
                      <a:pt x="8647" y="5353"/>
                      <a:pt x="8674" y="5019"/>
                      <a:pt x="8665" y="4685"/>
                    </a:cubicBezTo>
                    <a:cubicBezTo>
                      <a:pt x="8665" y="4639"/>
                      <a:pt x="8684" y="4602"/>
                      <a:pt x="8730" y="4583"/>
                    </a:cubicBezTo>
                    <a:lnTo>
                      <a:pt x="9593" y="4314"/>
                    </a:lnTo>
                    <a:cubicBezTo>
                      <a:pt x="9648" y="4296"/>
                      <a:pt x="9686" y="4259"/>
                      <a:pt x="9713" y="4212"/>
                    </a:cubicBezTo>
                    <a:cubicBezTo>
                      <a:pt x="9741" y="4156"/>
                      <a:pt x="9750" y="4101"/>
                      <a:pt x="9732" y="4045"/>
                    </a:cubicBezTo>
                    <a:lnTo>
                      <a:pt x="9314" y="2737"/>
                    </a:lnTo>
                    <a:cubicBezTo>
                      <a:pt x="9296" y="2682"/>
                      <a:pt x="9259" y="2644"/>
                      <a:pt x="9212" y="2617"/>
                    </a:cubicBezTo>
                    <a:cubicBezTo>
                      <a:pt x="9182" y="2599"/>
                      <a:pt x="9145" y="2588"/>
                      <a:pt x="9109" y="2588"/>
                    </a:cubicBezTo>
                    <a:cubicBezTo>
                      <a:pt x="9090" y="2588"/>
                      <a:pt x="9071" y="2591"/>
                      <a:pt x="9055" y="2598"/>
                    </a:cubicBezTo>
                    <a:lnTo>
                      <a:pt x="8183" y="2876"/>
                    </a:lnTo>
                    <a:cubicBezTo>
                      <a:pt x="8176" y="2878"/>
                      <a:pt x="8170" y="2879"/>
                      <a:pt x="8163" y="2879"/>
                    </a:cubicBezTo>
                    <a:cubicBezTo>
                      <a:pt x="8130" y="2879"/>
                      <a:pt x="8096" y="2861"/>
                      <a:pt x="8081" y="2830"/>
                    </a:cubicBezTo>
                    <a:cubicBezTo>
                      <a:pt x="7895" y="2552"/>
                      <a:pt x="7682" y="2292"/>
                      <a:pt x="7431" y="2060"/>
                    </a:cubicBezTo>
                    <a:cubicBezTo>
                      <a:pt x="7394" y="2032"/>
                      <a:pt x="7385" y="1986"/>
                      <a:pt x="7413" y="1949"/>
                    </a:cubicBezTo>
                    <a:lnTo>
                      <a:pt x="7830" y="1142"/>
                    </a:lnTo>
                    <a:cubicBezTo>
                      <a:pt x="7849" y="1095"/>
                      <a:pt x="7858" y="1040"/>
                      <a:pt x="7839" y="984"/>
                    </a:cubicBezTo>
                    <a:cubicBezTo>
                      <a:pt x="7821" y="928"/>
                      <a:pt x="7784" y="882"/>
                      <a:pt x="7737" y="854"/>
                    </a:cubicBezTo>
                    <a:lnTo>
                      <a:pt x="6522" y="223"/>
                    </a:lnTo>
                    <a:cubicBezTo>
                      <a:pt x="6492" y="208"/>
                      <a:pt x="6461" y="201"/>
                      <a:pt x="6430" y="201"/>
                    </a:cubicBezTo>
                    <a:cubicBezTo>
                      <a:pt x="6405" y="201"/>
                      <a:pt x="6380" y="206"/>
                      <a:pt x="6355" y="214"/>
                    </a:cubicBezTo>
                    <a:cubicBezTo>
                      <a:pt x="6300" y="232"/>
                      <a:pt x="6262" y="270"/>
                      <a:pt x="6235" y="316"/>
                    </a:cubicBezTo>
                    <a:lnTo>
                      <a:pt x="5817" y="1123"/>
                    </a:lnTo>
                    <a:cubicBezTo>
                      <a:pt x="5802" y="1154"/>
                      <a:pt x="5767" y="1172"/>
                      <a:pt x="5730" y="1172"/>
                    </a:cubicBezTo>
                    <a:cubicBezTo>
                      <a:pt x="5722" y="1172"/>
                      <a:pt x="5714" y="1171"/>
                      <a:pt x="5706" y="1169"/>
                    </a:cubicBezTo>
                    <a:cubicBezTo>
                      <a:pt x="5421" y="1104"/>
                      <a:pt x="5129" y="1075"/>
                      <a:pt x="4830" y="1075"/>
                    </a:cubicBezTo>
                    <a:cubicBezTo>
                      <a:pt x="4788" y="1075"/>
                      <a:pt x="4746" y="1076"/>
                      <a:pt x="4704" y="1077"/>
                    </a:cubicBezTo>
                    <a:cubicBezTo>
                      <a:pt x="4699" y="1078"/>
                      <a:pt x="4694" y="1078"/>
                      <a:pt x="4689" y="1078"/>
                    </a:cubicBezTo>
                    <a:cubicBezTo>
                      <a:pt x="4655" y="1078"/>
                      <a:pt x="4619" y="1052"/>
                      <a:pt x="4611" y="1012"/>
                    </a:cubicBezTo>
                    <a:lnTo>
                      <a:pt x="4342" y="149"/>
                    </a:lnTo>
                    <a:cubicBezTo>
                      <a:pt x="4324" y="93"/>
                      <a:pt x="4286" y="56"/>
                      <a:pt x="4231" y="28"/>
                    </a:cubicBezTo>
                    <a:cubicBezTo>
                      <a:pt x="4201" y="10"/>
                      <a:pt x="4167" y="0"/>
                      <a:pt x="41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86" name="Google Shape;286;p19"/>
              <p:cNvSpPr/>
              <p:nvPr/>
            </p:nvSpPr>
            <p:spPr>
              <a:xfrm>
                <a:off x="7084600" y="1809400"/>
                <a:ext cx="406325" cy="280875"/>
              </a:xfrm>
              <a:custGeom>
                <a:avLst/>
                <a:gdLst/>
                <a:ahLst/>
                <a:cxnLst/>
                <a:rect l="l" t="t" r="r" b="b"/>
                <a:pathLst>
                  <a:path w="16253" h="11235" extrusionOk="0">
                    <a:moveTo>
                      <a:pt x="427" y="0"/>
                    </a:moveTo>
                    <a:cubicBezTo>
                      <a:pt x="195" y="0"/>
                      <a:pt x="0" y="195"/>
                      <a:pt x="0" y="427"/>
                    </a:cubicBezTo>
                    <a:lnTo>
                      <a:pt x="0" y="11086"/>
                    </a:lnTo>
                    <a:cubicBezTo>
                      <a:pt x="0" y="11169"/>
                      <a:pt x="65" y="11234"/>
                      <a:pt x="149" y="11234"/>
                    </a:cubicBezTo>
                    <a:lnTo>
                      <a:pt x="16104" y="11234"/>
                    </a:lnTo>
                    <a:cubicBezTo>
                      <a:pt x="16188" y="11234"/>
                      <a:pt x="16253" y="11169"/>
                      <a:pt x="16253" y="11086"/>
                    </a:cubicBezTo>
                    <a:lnTo>
                      <a:pt x="16253" y="427"/>
                    </a:lnTo>
                    <a:cubicBezTo>
                      <a:pt x="16253" y="195"/>
                      <a:pt x="16058" y="0"/>
                      <a:pt x="1582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87" name="Google Shape;287;p19"/>
              <p:cNvSpPr/>
              <p:nvPr/>
            </p:nvSpPr>
            <p:spPr>
              <a:xfrm>
                <a:off x="7083200" y="1808000"/>
                <a:ext cx="409125" cy="283900"/>
              </a:xfrm>
              <a:custGeom>
                <a:avLst/>
                <a:gdLst/>
                <a:ahLst/>
                <a:cxnLst/>
                <a:rect l="l" t="t" r="r" b="b"/>
                <a:pathLst>
                  <a:path w="16365" h="11356" extrusionOk="0">
                    <a:moveTo>
                      <a:pt x="15882" y="121"/>
                    </a:moveTo>
                    <a:cubicBezTo>
                      <a:pt x="16086" y="121"/>
                      <a:pt x="16244" y="279"/>
                      <a:pt x="16244" y="483"/>
                    </a:cubicBezTo>
                    <a:lnTo>
                      <a:pt x="16244" y="11142"/>
                    </a:lnTo>
                    <a:cubicBezTo>
                      <a:pt x="16244" y="11198"/>
                      <a:pt x="16207" y="11235"/>
                      <a:pt x="16160" y="11235"/>
                    </a:cubicBezTo>
                    <a:lnTo>
                      <a:pt x="205" y="11235"/>
                    </a:lnTo>
                    <a:cubicBezTo>
                      <a:pt x="158" y="11235"/>
                      <a:pt x="112" y="11198"/>
                      <a:pt x="112" y="11142"/>
                    </a:cubicBezTo>
                    <a:lnTo>
                      <a:pt x="112" y="483"/>
                    </a:lnTo>
                    <a:cubicBezTo>
                      <a:pt x="112" y="279"/>
                      <a:pt x="279" y="121"/>
                      <a:pt x="483" y="121"/>
                    </a:cubicBezTo>
                    <a:close/>
                    <a:moveTo>
                      <a:pt x="483" y="1"/>
                    </a:moveTo>
                    <a:cubicBezTo>
                      <a:pt x="214" y="1"/>
                      <a:pt x="0" y="214"/>
                      <a:pt x="0" y="483"/>
                    </a:cubicBezTo>
                    <a:lnTo>
                      <a:pt x="0" y="11142"/>
                    </a:lnTo>
                    <a:cubicBezTo>
                      <a:pt x="0" y="11262"/>
                      <a:pt x="93" y="11355"/>
                      <a:pt x="205" y="11355"/>
                    </a:cubicBezTo>
                    <a:lnTo>
                      <a:pt x="16160" y="11355"/>
                    </a:lnTo>
                    <a:cubicBezTo>
                      <a:pt x="16272" y="11355"/>
                      <a:pt x="16365" y="11262"/>
                      <a:pt x="16365" y="11142"/>
                    </a:cubicBezTo>
                    <a:lnTo>
                      <a:pt x="16365" y="483"/>
                    </a:lnTo>
                    <a:cubicBezTo>
                      <a:pt x="16365" y="214"/>
                      <a:pt x="16151" y="1"/>
                      <a:pt x="1588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88" name="Google Shape;288;p19"/>
              <p:cNvSpPr/>
              <p:nvPr/>
            </p:nvSpPr>
            <p:spPr>
              <a:xfrm>
                <a:off x="7114275" y="1836525"/>
                <a:ext cx="346975" cy="226850"/>
              </a:xfrm>
              <a:custGeom>
                <a:avLst/>
                <a:gdLst/>
                <a:ahLst/>
                <a:cxnLst/>
                <a:rect l="l" t="t" r="r" b="b"/>
                <a:pathLst>
                  <a:path w="13879" h="9074" extrusionOk="0">
                    <a:moveTo>
                      <a:pt x="1" y="1"/>
                    </a:moveTo>
                    <a:lnTo>
                      <a:pt x="1" y="9073"/>
                    </a:lnTo>
                    <a:lnTo>
                      <a:pt x="13879" y="9073"/>
                    </a:lnTo>
                    <a:lnTo>
                      <a:pt x="13879" y="7394"/>
                    </a:lnTo>
                    <a:lnTo>
                      <a:pt x="13879" y="2097"/>
                    </a:lnTo>
                    <a:lnTo>
                      <a:pt x="13879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89" name="Google Shape;289;p19"/>
              <p:cNvSpPr/>
              <p:nvPr/>
            </p:nvSpPr>
            <p:spPr>
              <a:xfrm>
                <a:off x="7112875" y="1834900"/>
                <a:ext cx="349775" cy="229850"/>
              </a:xfrm>
              <a:custGeom>
                <a:avLst/>
                <a:gdLst/>
                <a:ahLst/>
                <a:cxnLst/>
                <a:rect l="l" t="t" r="r" b="b"/>
                <a:pathLst>
                  <a:path w="13991" h="9194" extrusionOk="0">
                    <a:moveTo>
                      <a:pt x="57" y="1"/>
                    </a:moveTo>
                    <a:cubicBezTo>
                      <a:pt x="29" y="1"/>
                      <a:pt x="1" y="29"/>
                      <a:pt x="1" y="66"/>
                    </a:cubicBezTo>
                    <a:lnTo>
                      <a:pt x="1" y="9138"/>
                    </a:lnTo>
                    <a:cubicBezTo>
                      <a:pt x="1" y="9175"/>
                      <a:pt x="29" y="9194"/>
                      <a:pt x="57" y="9194"/>
                    </a:cubicBezTo>
                    <a:lnTo>
                      <a:pt x="13935" y="9194"/>
                    </a:lnTo>
                    <a:cubicBezTo>
                      <a:pt x="13962" y="9194"/>
                      <a:pt x="13990" y="9175"/>
                      <a:pt x="13990" y="9138"/>
                    </a:cubicBezTo>
                    <a:lnTo>
                      <a:pt x="13990" y="7459"/>
                    </a:lnTo>
                    <a:cubicBezTo>
                      <a:pt x="13990" y="7431"/>
                      <a:pt x="13962" y="7403"/>
                      <a:pt x="13935" y="7403"/>
                    </a:cubicBezTo>
                    <a:cubicBezTo>
                      <a:pt x="13897" y="7403"/>
                      <a:pt x="13870" y="7431"/>
                      <a:pt x="13870" y="7459"/>
                    </a:cubicBezTo>
                    <a:lnTo>
                      <a:pt x="13870" y="9083"/>
                    </a:lnTo>
                    <a:lnTo>
                      <a:pt x="112" y="9083"/>
                    </a:lnTo>
                    <a:lnTo>
                      <a:pt x="112" y="121"/>
                    </a:lnTo>
                    <a:lnTo>
                      <a:pt x="13870" y="121"/>
                    </a:lnTo>
                    <a:lnTo>
                      <a:pt x="13870" y="2162"/>
                    </a:lnTo>
                    <a:cubicBezTo>
                      <a:pt x="13870" y="2190"/>
                      <a:pt x="13897" y="2218"/>
                      <a:pt x="13935" y="2218"/>
                    </a:cubicBezTo>
                    <a:cubicBezTo>
                      <a:pt x="13962" y="2218"/>
                      <a:pt x="13990" y="2190"/>
                      <a:pt x="13990" y="2162"/>
                    </a:cubicBezTo>
                    <a:lnTo>
                      <a:pt x="13990" y="66"/>
                    </a:lnTo>
                    <a:cubicBezTo>
                      <a:pt x="13990" y="29"/>
                      <a:pt x="13962" y="1"/>
                      <a:pt x="13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90" name="Google Shape;290;p19"/>
              <p:cNvSpPr/>
              <p:nvPr/>
            </p:nvSpPr>
            <p:spPr>
              <a:xfrm>
                <a:off x="7459600" y="1907275"/>
                <a:ext cx="305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122" h="3043" extrusionOk="0">
                    <a:moveTo>
                      <a:pt x="66" y="0"/>
                    </a:moveTo>
                    <a:cubicBezTo>
                      <a:pt x="28" y="0"/>
                      <a:pt x="1" y="19"/>
                      <a:pt x="1" y="56"/>
                    </a:cubicBezTo>
                    <a:lnTo>
                      <a:pt x="1" y="2987"/>
                    </a:lnTo>
                    <a:cubicBezTo>
                      <a:pt x="1" y="3015"/>
                      <a:pt x="28" y="3043"/>
                      <a:pt x="66" y="3043"/>
                    </a:cubicBezTo>
                    <a:cubicBezTo>
                      <a:pt x="93" y="3043"/>
                      <a:pt x="121" y="3015"/>
                      <a:pt x="121" y="2987"/>
                    </a:cubicBezTo>
                    <a:lnTo>
                      <a:pt x="121" y="56"/>
                    </a:lnTo>
                    <a:cubicBezTo>
                      <a:pt x="121" y="19"/>
                      <a:pt x="93" y="0"/>
                      <a:pt x="6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91" name="Google Shape;291;p19"/>
              <p:cNvSpPr/>
              <p:nvPr/>
            </p:nvSpPr>
            <p:spPr>
              <a:xfrm>
                <a:off x="7283100" y="1818675"/>
                <a:ext cx="9325" cy="9075"/>
              </a:xfrm>
              <a:custGeom>
                <a:avLst/>
                <a:gdLst/>
                <a:ahLst/>
                <a:cxnLst/>
                <a:rect l="l" t="t" r="r" b="b"/>
                <a:pathLst>
                  <a:path w="373" h="363" extrusionOk="0">
                    <a:moveTo>
                      <a:pt x="187" y="121"/>
                    </a:moveTo>
                    <a:cubicBezTo>
                      <a:pt x="224" y="121"/>
                      <a:pt x="251" y="149"/>
                      <a:pt x="251" y="186"/>
                    </a:cubicBezTo>
                    <a:cubicBezTo>
                      <a:pt x="251" y="223"/>
                      <a:pt x="224" y="251"/>
                      <a:pt x="187" y="251"/>
                    </a:cubicBezTo>
                    <a:cubicBezTo>
                      <a:pt x="149" y="251"/>
                      <a:pt x="122" y="223"/>
                      <a:pt x="122" y="186"/>
                    </a:cubicBezTo>
                    <a:cubicBezTo>
                      <a:pt x="122" y="149"/>
                      <a:pt x="149" y="121"/>
                      <a:pt x="187" y="121"/>
                    </a:cubicBezTo>
                    <a:close/>
                    <a:moveTo>
                      <a:pt x="187" y="0"/>
                    </a:moveTo>
                    <a:cubicBezTo>
                      <a:pt x="84" y="0"/>
                      <a:pt x="1" y="84"/>
                      <a:pt x="1" y="186"/>
                    </a:cubicBezTo>
                    <a:cubicBezTo>
                      <a:pt x="1" y="279"/>
                      <a:pt x="84" y="362"/>
                      <a:pt x="187" y="362"/>
                    </a:cubicBezTo>
                    <a:cubicBezTo>
                      <a:pt x="289" y="362"/>
                      <a:pt x="372" y="288"/>
                      <a:pt x="372" y="186"/>
                    </a:cubicBezTo>
                    <a:cubicBezTo>
                      <a:pt x="372" y="84"/>
                      <a:pt x="289" y="0"/>
                      <a:pt x="18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92" name="Google Shape;292;p19"/>
              <p:cNvSpPr/>
              <p:nvPr/>
            </p:nvSpPr>
            <p:spPr>
              <a:xfrm>
                <a:off x="7018025" y="2088150"/>
                <a:ext cx="539250" cy="36450"/>
              </a:xfrm>
              <a:custGeom>
                <a:avLst/>
                <a:gdLst/>
                <a:ahLst/>
                <a:cxnLst/>
                <a:rect l="l" t="t" r="r" b="b"/>
                <a:pathLst>
                  <a:path w="21570" h="1458" extrusionOk="0">
                    <a:moveTo>
                      <a:pt x="1" y="1"/>
                    </a:moveTo>
                    <a:lnTo>
                      <a:pt x="1" y="891"/>
                    </a:lnTo>
                    <a:cubicBezTo>
                      <a:pt x="1" y="1207"/>
                      <a:pt x="260" y="1457"/>
                      <a:pt x="576" y="1457"/>
                    </a:cubicBezTo>
                    <a:lnTo>
                      <a:pt x="21003" y="1457"/>
                    </a:lnTo>
                    <a:cubicBezTo>
                      <a:pt x="21319" y="1457"/>
                      <a:pt x="21569" y="1207"/>
                      <a:pt x="21569" y="891"/>
                    </a:cubicBezTo>
                    <a:lnTo>
                      <a:pt x="2156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93" name="Google Shape;293;p19"/>
              <p:cNvSpPr/>
              <p:nvPr/>
            </p:nvSpPr>
            <p:spPr>
              <a:xfrm>
                <a:off x="7016650" y="2086775"/>
                <a:ext cx="542225" cy="39200"/>
              </a:xfrm>
              <a:custGeom>
                <a:avLst/>
                <a:gdLst/>
                <a:ahLst/>
                <a:cxnLst/>
                <a:rect l="l" t="t" r="r" b="b"/>
                <a:pathLst>
                  <a:path w="21689" h="1568" extrusionOk="0">
                    <a:moveTo>
                      <a:pt x="21568" y="111"/>
                    </a:moveTo>
                    <a:lnTo>
                      <a:pt x="21568" y="946"/>
                    </a:lnTo>
                    <a:cubicBezTo>
                      <a:pt x="21568" y="1225"/>
                      <a:pt x="21336" y="1457"/>
                      <a:pt x="21058" y="1457"/>
                    </a:cubicBezTo>
                    <a:lnTo>
                      <a:pt x="631" y="1457"/>
                    </a:lnTo>
                    <a:cubicBezTo>
                      <a:pt x="343" y="1457"/>
                      <a:pt x="121" y="1225"/>
                      <a:pt x="121" y="946"/>
                    </a:cubicBezTo>
                    <a:lnTo>
                      <a:pt x="121" y="111"/>
                    </a:lnTo>
                    <a:close/>
                    <a:moveTo>
                      <a:pt x="56" y="0"/>
                    </a:moveTo>
                    <a:cubicBezTo>
                      <a:pt x="28" y="0"/>
                      <a:pt x="0" y="28"/>
                      <a:pt x="0" y="56"/>
                    </a:cubicBezTo>
                    <a:lnTo>
                      <a:pt x="0" y="946"/>
                    </a:lnTo>
                    <a:cubicBezTo>
                      <a:pt x="0" y="1290"/>
                      <a:pt x="278" y="1568"/>
                      <a:pt x="631" y="1568"/>
                    </a:cubicBezTo>
                    <a:lnTo>
                      <a:pt x="21058" y="1568"/>
                    </a:lnTo>
                    <a:cubicBezTo>
                      <a:pt x="21401" y="1568"/>
                      <a:pt x="21689" y="1290"/>
                      <a:pt x="21689" y="946"/>
                    </a:cubicBezTo>
                    <a:lnTo>
                      <a:pt x="21689" y="56"/>
                    </a:lnTo>
                    <a:cubicBezTo>
                      <a:pt x="21689" y="28"/>
                      <a:pt x="21661" y="0"/>
                      <a:pt x="2162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94" name="Google Shape;294;p19"/>
              <p:cNvSpPr/>
              <p:nvPr/>
            </p:nvSpPr>
            <p:spPr>
              <a:xfrm>
                <a:off x="7021750" y="2114600"/>
                <a:ext cx="531800" cy="2800"/>
              </a:xfrm>
              <a:custGeom>
                <a:avLst/>
                <a:gdLst/>
                <a:ahLst/>
                <a:cxnLst/>
                <a:rect l="l" t="t" r="r" b="b"/>
                <a:pathLst>
                  <a:path w="21272" h="112" extrusionOk="0">
                    <a:moveTo>
                      <a:pt x="65" y="0"/>
                    </a:moveTo>
                    <a:cubicBezTo>
                      <a:pt x="28" y="0"/>
                      <a:pt x="0" y="28"/>
                      <a:pt x="0" y="56"/>
                    </a:cubicBezTo>
                    <a:cubicBezTo>
                      <a:pt x="0" y="93"/>
                      <a:pt x="28" y="112"/>
                      <a:pt x="65" y="112"/>
                    </a:cubicBezTo>
                    <a:lnTo>
                      <a:pt x="21216" y="112"/>
                    </a:lnTo>
                    <a:cubicBezTo>
                      <a:pt x="21253" y="112"/>
                      <a:pt x="21272" y="93"/>
                      <a:pt x="21272" y="56"/>
                    </a:cubicBezTo>
                    <a:cubicBezTo>
                      <a:pt x="21272" y="28"/>
                      <a:pt x="21253" y="0"/>
                      <a:pt x="2121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95" name="Google Shape;295;p19"/>
              <p:cNvSpPr/>
              <p:nvPr/>
            </p:nvSpPr>
            <p:spPr>
              <a:xfrm>
                <a:off x="7236275" y="2090475"/>
                <a:ext cx="102975" cy="11400"/>
              </a:xfrm>
              <a:custGeom>
                <a:avLst/>
                <a:gdLst/>
                <a:ahLst/>
                <a:cxnLst/>
                <a:rect l="l" t="t" r="r" b="b"/>
                <a:pathLst>
                  <a:path w="4119" h="456" extrusionOk="0">
                    <a:moveTo>
                      <a:pt x="0" y="1"/>
                    </a:moveTo>
                    <a:lnTo>
                      <a:pt x="0" y="455"/>
                    </a:lnTo>
                    <a:lnTo>
                      <a:pt x="4119" y="455"/>
                    </a:lnTo>
                    <a:lnTo>
                      <a:pt x="4119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96" name="Google Shape;296;p19"/>
              <p:cNvSpPr/>
              <p:nvPr/>
            </p:nvSpPr>
            <p:spPr>
              <a:xfrm>
                <a:off x="7234875" y="2089075"/>
                <a:ext cx="105775" cy="14175"/>
              </a:xfrm>
              <a:custGeom>
                <a:avLst/>
                <a:gdLst/>
                <a:ahLst/>
                <a:cxnLst/>
                <a:rect l="l" t="t" r="r" b="b"/>
                <a:pathLst>
                  <a:path w="4231" h="567" extrusionOk="0">
                    <a:moveTo>
                      <a:pt x="4119" y="112"/>
                    </a:moveTo>
                    <a:lnTo>
                      <a:pt x="4119" y="455"/>
                    </a:lnTo>
                    <a:lnTo>
                      <a:pt x="112" y="455"/>
                    </a:lnTo>
                    <a:lnTo>
                      <a:pt x="112" y="112"/>
                    </a:lnTo>
                    <a:close/>
                    <a:moveTo>
                      <a:pt x="56" y="1"/>
                    </a:moveTo>
                    <a:cubicBezTo>
                      <a:pt x="28" y="1"/>
                      <a:pt x="0" y="19"/>
                      <a:pt x="0" y="57"/>
                    </a:cubicBezTo>
                    <a:lnTo>
                      <a:pt x="0" y="511"/>
                    </a:lnTo>
                    <a:cubicBezTo>
                      <a:pt x="0" y="539"/>
                      <a:pt x="28" y="567"/>
                      <a:pt x="56" y="567"/>
                    </a:cubicBezTo>
                    <a:lnTo>
                      <a:pt x="4175" y="567"/>
                    </a:lnTo>
                    <a:cubicBezTo>
                      <a:pt x="4203" y="567"/>
                      <a:pt x="4231" y="539"/>
                      <a:pt x="4231" y="511"/>
                    </a:cubicBezTo>
                    <a:lnTo>
                      <a:pt x="4231" y="57"/>
                    </a:lnTo>
                    <a:cubicBezTo>
                      <a:pt x="4231" y="19"/>
                      <a:pt x="4203" y="1"/>
                      <a:pt x="417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97" name="Google Shape;297;p19"/>
              <p:cNvSpPr/>
              <p:nvPr/>
            </p:nvSpPr>
            <p:spPr>
              <a:xfrm>
                <a:off x="7183625" y="1879425"/>
                <a:ext cx="185775" cy="159125"/>
              </a:xfrm>
              <a:custGeom>
                <a:avLst/>
                <a:gdLst/>
                <a:ahLst/>
                <a:cxnLst/>
                <a:rect l="l" t="t" r="r" b="b"/>
                <a:pathLst>
                  <a:path w="7431" h="6365" extrusionOk="0">
                    <a:moveTo>
                      <a:pt x="297" y="1"/>
                    </a:moveTo>
                    <a:cubicBezTo>
                      <a:pt x="130" y="1"/>
                      <a:pt x="0" y="140"/>
                      <a:pt x="0" y="298"/>
                    </a:cubicBezTo>
                    <a:lnTo>
                      <a:pt x="0" y="6068"/>
                    </a:lnTo>
                    <a:cubicBezTo>
                      <a:pt x="0" y="6235"/>
                      <a:pt x="130" y="6365"/>
                      <a:pt x="297" y="6365"/>
                    </a:cubicBezTo>
                    <a:lnTo>
                      <a:pt x="7134" y="6365"/>
                    </a:lnTo>
                    <a:cubicBezTo>
                      <a:pt x="7301" y="6365"/>
                      <a:pt x="7431" y="6235"/>
                      <a:pt x="7431" y="6068"/>
                    </a:cubicBezTo>
                    <a:lnTo>
                      <a:pt x="7431" y="298"/>
                    </a:lnTo>
                    <a:cubicBezTo>
                      <a:pt x="7431" y="140"/>
                      <a:pt x="7301" y="1"/>
                      <a:pt x="7134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98" name="Google Shape;298;p19"/>
              <p:cNvSpPr/>
              <p:nvPr/>
            </p:nvSpPr>
            <p:spPr>
              <a:xfrm>
                <a:off x="7195900" y="1866900"/>
                <a:ext cx="185800" cy="159125"/>
              </a:xfrm>
              <a:custGeom>
                <a:avLst/>
                <a:gdLst/>
                <a:ahLst/>
                <a:cxnLst/>
                <a:rect l="l" t="t" r="r" b="b"/>
                <a:pathLst>
                  <a:path w="7432" h="6365" extrusionOk="0">
                    <a:moveTo>
                      <a:pt x="353" y="1"/>
                    </a:moveTo>
                    <a:cubicBezTo>
                      <a:pt x="159" y="1"/>
                      <a:pt x="1" y="159"/>
                      <a:pt x="1" y="353"/>
                    </a:cubicBezTo>
                    <a:lnTo>
                      <a:pt x="1" y="6012"/>
                    </a:lnTo>
                    <a:cubicBezTo>
                      <a:pt x="1" y="6207"/>
                      <a:pt x="159" y="6365"/>
                      <a:pt x="353" y="6365"/>
                    </a:cubicBezTo>
                    <a:lnTo>
                      <a:pt x="7088" y="6365"/>
                    </a:lnTo>
                    <a:cubicBezTo>
                      <a:pt x="7274" y="6365"/>
                      <a:pt x="7432" y="6207"/>
                      <a:pt x="7432" y="6012"/>
                    </a:cubicBezTo>
                    <a:lnTo>
                      <a:pt x="7432" y="353"/>
                    </a:lnTo>
                    <a:cubicBezTo>
                      <a:pt x="7432" y="159"/>
                      <a:pt x="7274" y="1"/>
                      <a:pt x="708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99" name="Google Shape;299;p19"/>
              <p:cNvSpPr/>
              <p:nvPr/>
            </p:nvSpPr>
            <p:spPr>
              <a:xfrm>
                <a:off x="7194525" y="1865525"/>
                <a:ext cx="188800" cy="161900"/>
              </a:xfrm>
              <a:custGeom>
                <a:avLst/>
                <a:gdLst/>
                <a:ahLst/>
                <a:cxnLst/>
                <a:rect l="l" t="t" r="r" b="b"/>
                <a:pathLst>
                  <a:path w="7552" h="6476" extrusionOk="0">
                    <a:moveTo>
                      <a:pt x="7143" y="112"/>
                    </a:moveTo>
                    <a:cubicBezTo>
                      <a:pt x="7301" y="112"/>
                      <a:pt x="7431" y="241"/>
                      <a:pt x="7431" y="408"/>
                    </a:cubicBezTo>
                    <a:lnTo>
                      <a:pt x="7431" y="6067"/>
                    </a:lnTo>
                    <a:cubicBezTo>
                      <a:pt x="7431" y="6225"/>
                      <a:pt x="7301" y="6355"/>
                      <a:pt x="7143" y="6355"/>
                    </a:cubicBezTo>
                    <a:lnTo>
                      <a:pt x="408" y="6355"/>
                    </a:lnTo>
                    <a:cubicBezTo>
                      <a:pt x="241" y="6355"/>
                      <a:pt x="112" y="6225"/>
                      <a:pt x="112" y="6067"/>
                    </a:cubicBezTo>
                    <a:lnTo>
                      <a:pt x="112" y="408"/>
                    </a:lnTo>
                    <a:cubicBezTo>
                      <a:pt x="112" y="241"/>
                      <a:pt x="241" y="112"/>
                      <a:pt x="408" y="112"/>
                    </a:cubicBezTo>
                    <a:close/>
                    <a:moveTo>
                      <a:pt x="408" y="0"/>
                    </a:moveTo>
                    <a:cubicBezTo>
                      <a:pt x="177" y="0"/>
                      <a:pt x="0" y="176"/>
                      <a:pt x="0" y="408"/>
                    </a:cubicBezTo>
                    <a:lnTo>
                      <a:pt x="0" y="6067"/>
                    </a:lnTo>
                    <a:cubicBezTo>
                      <a:pt x="0" y="6290"/>
                      <a:pt x="177" y="6475"/>
                      <a:pt x="408" y="6475"/>
                    </a:cubicBezTo>
                    <a:lnTo>
                      <a:pt x="7143" y="6475"/>
                    </a:lnTo>
                    <a:cubicBezTo>
                      <a:pt x="7366" y="6475"/>
                      <a:pt x="7552" y="6290"/>
                      <a:pt x="7542" y="6067"/>
                    </a:cubicBezTo>
                    <a:lnTo>
                      <a:pt x="7542" y="408"/>
                    </a:lnTo>
                    <a:cubicBezTo>
                      <a:pt x="7542" y="186"/>
                      <a:pt x="7366" y="0"/>
                      <a:pt x="714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00" name="Google Shape;300;p19"/>
              <p:cNvSpPr/>
              <p:nvPr/>
            </p:nvSpPr>
            <p:spPr>
              <a:xfrm>
                <a:off x="7224425" y="1950625"/>
                <a:ext cx="128275" cy="17200"/>
              </a:xfrm>
              <a:custGeom>
                <a:avLst/>
                <a:gdLst/>
                <a:ahLst/>
                <a:cxnLst/>
                <a:rect l="l" t="t" r="r" b="b"/>
                <a:pathLst>
                  <a:path w="5131" h="688" extrusionOk="0">
                    <a:moveTo>
                      <a:pt x="326" y="1"/>
                    </a:moveTo>
                    <a:cubicBezTo>
                      <a:pt x="149" y="1"/>
                      <a:pt x="1" y="149"/>
                      <a:pt x="1" y="325"/>
                    </a:cubicBezTo>
                    <a:lnTo>
                      <a:pt x="1" y="363"/>
                    </a:lnTo>
                    <a:cubicBezTo>
                      <a:pt x="1" y="548"/>
                      <a:pt x="149" y="687"/>
                      <a:pt x="326" y="687"/>
                    </a:cubicBezTo>
                    <a:lnTo>
                      <a:pt x="4806" y="687"/>
                    </a:lnTo>
                    <a:cubicBezTo>
                      <a:pt x="4992" y="687"/>
                      <a:pt x="5131" y="548"/>
                      <a:pt x="5131" y="363"/>
                    </a:cubicBezTo>
                    <a:lnTo>
                      <a:pt x="5131" y="325"/>
                    </a:lnTo>
                    <a:cubicBezTo>
                      <a:pt x="5131" y="149"/>
                      <a:pt x="4992" y="1"/>
                      <a:pt x="480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01" name="Google Shape;301;p19"/>
              <p:cNvSpPr/>
              <p:nvPr/>
            </p:nvSpPr>
            <p:spPr>
              <a:xfrm>
                <a:off x="7223050" y="1949250"/>
                <a:ext cx="131275" cy="19950"/>
              </a:xfrm>
              <a:custGeom>
                <a:avLst/>
                <a:gdLst/>
                <a:ahLst/>
                <a:cxnLst/>
                <a:rect l="l" t="t" r="r" b="b"/>
                <a:pathLst>
                  <a:path w="5251" h="798" extrusionOk="0">
                    <a:moveTo>
                      <a:pt x="4861" y="111"/>
                    </a:moveTo>
                    <a:cubicBezTo>
                      <a:pt x="5010" y="111"/>
                      <a:pt x="5130" y="232"/>
                      <a:pt x="5130" y="380"/>
                    </a:cubicBezTo>
                    <a:lnTo>
                      <a:pt x="5130" y="418"/>
                    </a:lnTo>
                    <a:cubicBezTo>
                      <a:pt x="5130" y="566"/>
                      <a:pt x="5010" y="687"/>
                      <a:pt x="4861" y="687"/>
                    </a:cubicBezTo>
                    <a:lnTo>
                      <a:pt x="381" y="687"/>
                    </a:lnTo>
                    <a:cubicBezTo>
                      <a:pt x="232" y="687"/>
                      <a:pt x="112" y="566"/>
                      <a:pt x="112" y="418"/>
                    </a:cubicBezTo>
                    <a:lnTo>
                      <a:pt x="112" y="380"/>
                    </a:lnTo>
                    <a:cubicBezTo>
                      <a:pt x="112" y="232"/>
                      <a:pt x="232" y="111"/>
                      <a:pt x="381" y="111"/>
                    </a:cubicBezTo>
                    <a:close/>
                    <a:moveTo>
                      <a:pt x="381" y="0"/>
                    </a:moveTo>
                    <a:cubicBezTo>
                      <a:pt x="167" y="0"/>
                      <a:pt x="0" y="167"/>
                      <a:pt x="0" y="380"/>
                    </a:cubicBezTo>
                    <a:lnTo>
                      <a:pt x="0" y="418"/>
                    </a:lnTo>
                    <a:cubicBezTo>
                      <a:pt x="0" y="631"/>
                      <a:pt x="167" y="798"/>
                      <a:pt x="381" y="798"/>
                    </a:cubicBezTo>
                    <a:lnTo>
                      <a:pt x="4861" y="798"/>
                    </a:lnTo>
                    <a:cubicBezTo>
                      <a:pt x="5075" y="798"/>
                      <a:pt x="5251" y="631"/>
                      <a:pt x="5251" y="418"/>
                    </a:cubicBezTo>
                    <a:lnTo>
                      <a:pt x="5251" y="380"/>
                    </a:lnTo>
                    <a:cubicBezTo>
                      <a:pt x="5251" y="167"/>
                      <a:pt x="5075" y="0"/>
                      <a:pt x="486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02" name="Google Shape;302;p19"/>
              <p:cNvSpPr/>
              <p:nvPr/>
            </p:nvSpPr>
            <p:spPr>
              <a:xfrm>
                <a:off x="7238350" y="1955275"/>
                <a:ext cx="99750" cy="7200"/>
              </a:xfrm>
              <a:custGeom>
                <a:avLst/>
                <a:gdLst/>
                <a:ahLst/>
                <a:cxnLst/>
                <a:rect l="l" t="t" r="r" b="b"/>
                <a:pathLst>
                  <a:path w="3990" h="288" extrusionOk="0">
                    <a:moveTo>
                      <a:pt x="3850" y="56"/>
                    </a:moveTo>
                    <a:cubicBezTo>
                      <a:pt x="3897" y="56"/>
                      <a:pt x="3934" y="93"/>
                      <a:pt x="3934" y="139"/>
                    </a:cubicBezTo>
                    <a:lnTo>
                      <a:pt x="3934" y="149"/>
                    </a:lnTo>
                    <a:cubicBezTo>
                      <a:pt x="3934" y="195"/>
                      <a:pt x="3897" y="232"/>
                      <a:pt x="3850" y="232"/>
                    </a:cubicBezTo>
                    <a:lnTo>
                      <a:pt x="140" y="232"/>
                    </a:lnTo>
                    <a:cubicBezTo>
                      <a:pt x="93" y="232"/>
                      <a:pt x="56" y="195"/>
                      <a:pt x="56" y="149"/>
                    </a:cubicBezTo>
                    <a:lnTo>
                      <a:pt x="56" y="139"/>
                    </a:lnTo>
                    <a:cubicBezTo>
                      <a:pt x="56" y="93"/>
                      <a:pt x="93" y="56"/>
                      <a:pt x="140" y="56"/>
                    </a:cubicBezTo>
                    <a:close/>
                    <a:moveTo>
                      <a:pt x="140" y="0"/>
                    </a:moveTo>
                    <a:cubicBezTo>
                      <a:pt x="66" y="0"/>
                      <a:pt x="1" y="65"/>
                      <a:pt x="1" y="139"/>
                    </a:cubicBezTo>
                    <a:lnTo>
                      <a:pt x="1" y="149"/>
                    </a:lnTo>
                    <a:cubicBezTo>
                      <a:pt x="1" y="223"/>
                      <a:pt x="66" y="288"/>
                      <a:pt x="140" y="288"/>
                    </a:cubicBezTo>
                    <a:lnTo>
                      <a:pt x="3850" y="288"/>
                    </a:lnTo>
                    <a:cubicBezTo>
                      <a:pt x="3925" y="288"/>
                      <a:pt x="3990" y="232"/>
                      <a:pt x="3990" y="149"/>
                    </a:cubicBezTo>
                    <a:lnTo>
                      <a:pt x="3990" y="139"/>
                    </a:lnTo>
                    <a:cubicBezTo>
                      <a:pt x="3990" y="65"/>
                      <a:pt x="3925" y="0"/>
                      <a:pt x="385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03" name="Google Shape;303;p19"/>
              <p:cNvSpPr/>
              <p:nvPr/>
            </p:nvSpPr>
            <p:spPr>
              <a:xfrm>
                <a:off x="7246700" y="1977525"/>
                <a:ext cx="83975" cy="10000"/>
              </a:xfrm>
              <a:custGeom>
                <a:avLst/>
                <a:gdLst/>
                <a:ahLst/>
                <a:cxnLst/>
                <a:rect l="l" t="t" r="r" b="b"/>
                <a:pathLst>
                  <a:path w="3359" h="400" extrusionOk="0">
                    <a:moveTo>
                      <a:pt x="195" y="1"/>
                    </a:moveTo>
                    <a:cubicBezTo>
                      <a:pt x="93" y="1"/>
                      <a:pt x="1" y="84"/>
                      <a:pt x="1" y="196"/>
                    </a:cubicBezTo>
                    <a:cubicBezTo>
                      <a:pt x="1" y="307"/>
                      <a:pt x="93" y="400"/>
                      <a:pt x="195" y="400"/>
                    </a:cubicBezTo>
                    <a:lnTo>
                      <a:pt x="3155" y="400"/>
                    </a:lnTo>
                    <a:cubicBezTo>
                      <a:pt x="3266" y="400"/>
                      <a:pt x="3359" y="307"/>
                      <a:pt x="3359" y="196"/>
                    </a:cubicBezTo>
                    <a:cubicBezTo>
                      <a:pt x="3359" y="84"/>
                      <a:pt x="3266" y="1"/>
                      <a:pt x="315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04" name="Google Shape;304;p19"/>
              <p:cNvSpPr/>
              <p:nvPr/>
            </p:nvSpPr>
            <p:spPr>
              <a:xfrm>
                <a:off x="7245300" y="1976150"/>
                <a:ext cx="86775" cy="12775"/>
              </a:xfrm>
              <a:custGeom>
                <a:avLst/>
                <a:gdLst/>
                <a:ahLst/>
                <a:cxnLst/>
                <a:rect l="l" t="t" r="r" b="b"/>
                <a:pathLst>
                  <a:path w="3471" h="511" extrusionOk="0">
                    <a:moveTo>
                      <a:pt x="3211" y="112"/>
                    </a:moveTo>
                    <a:cubicBezTo>
                      <a:pt x="3285" y="112"/>
                      <a:pt x="3350" y="176"/>
                      <a:pt x="3350" y="251"/>
                    </a:cubicBezTo>
                    <a:cubicBezTo>
                      <a:pt x="3350" y="334"/>
                      <a:pt x="3285" y="390"/>
                      <a:pt x="3211" y="390"/>
                    </a:cubicBezTo>
                    <a:lnTo>
                      <a:pt x="251" y="390"/>
                    </a:lnTo>
                    <a:cubicBezTo>
                      <a:pt x="177" y="390"/>
                      <a:pt x="112" y="334"/>
                      <a:pt x="112" y="251"/>
                    </a:cubicBezTo>
                    <a:cubicBezTo>
                      <a:pt x="112" y="176"/>
                      <a:pt x="177" y="112"/>
                      <a:pt x="251" y="112"/>
                    </a:cubicBezTo>
                    <a:close/>
                    <a:moveTo>
                      <a:pt x="251" y="0"/>
                    </a:moveTo>
                    <a:cubicBezTo>
                      <a:pt x="112" y="0"/>
                      <a:pt x="1" y="112"/>
                      <a:pt x="1" y="251"/>
                    </a:cubicBezTo>
                    <a:cubicBezTo>
                      <a:pt x="1" y="399"/>
                      <a:pt x="112" y="510"/>
                      <a:pt x="251" y="510"/>
                    </a:cubicBezTo>
                    <a:lnTo>
                      <a:pt x="3211" y="510"/>
                    </a:lnTo>
                    <a:cubicBezTo>
                      <a:pt x="3350" y="510"/>
                      <a:pt x="3470" y="399"/>
                      <a:pt x="3470" y="251"/>
                    </a:cubicBezTo>
                    <a:cubicBezTo>
                      <a:pt x="3470" y="112"/>
                      <a:pt x="3350" y="0"/>
                      <a:pt x="321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05" name="Google Shape;305;p19"/>
              <p:cNvSpPr/>
              <p:nvPr/>
            </p:nvSpPr>
            <p:spPr>
              <a:xfrm>
                <a:off x="7263625" y="1980075"/>
                <a:ext cx="4675" cy="4900"/>
              </a:xfrm>
              <a:custGeom>
                <a:avLst/>
                <a:gdLst/>
                <a:ahLst/>
                <a:cxnLst/>
                <a:rect l="l" t="t" r="r" b="b"/>
                <a:pathLst>
                  <a:path w="187" h="196" extrusionOk="0">
                    <a:moveTo>
                      <a:pt x="94" y="57"/>
                    </a:moveTo>
                    <a:cubicBezTo>
                      <a:pt x="112" y="57"/>
                      <a:pt x="131" y="75"/>
                      <a:pt x="131" y="94"/>
                    </a:cubicBezTo>
                    <a:cubicBezTo>
                      <a:pt x="131" y="112"/>
                      <a:pt x="112" y="131"/>
                      <a:pt x="94" y="131"/>
                    </a:cubicBezTo>
                    <a:cubicBezTo>
                      <a:pt x="75" y="131"/>
                      <a:pt x="56" y="112"/>
                      <a:pt x="56" y="94"/>
                    </a:cubicBezTo>
                    <a:cubicBezTo>
                      <a:pt x="56" y="75"/>
                      <a:pt x="75" y="57"/>
                      <a:pt x="94" y="57"/>
                    </a:cubicBezTo>
                    <a:close/>
                    <a:moveTo>
                      <a:pt x="94" y="1"/>
                    </a:moveTo>
                    <a:cubicBezTo>
                      <a:pt x="38" y="1"/>
                      <a:pt x="1" y="38"/>
                      <a:pt x="1" y="94"/>
                    </a:cubicBezTo>
                    <a:cubicBezTo>
                      <a:pt x="1" y="149"/>
                      <a:pt x="38" y="196"/>
                      <a:pt x="94" y="196"/>
                    </a:cubicBezTo>
                    <a:cubicBezTo>
                      <a:pt x="149" y="196"/>
                      <a:pt x="186" y="149"/>
                      <a:pt x="186" y="94"/>
                    </a:cubicBezTo>
                    <a:cubicBezTo>
                      <a:pt x="186" y="38"/>
                      <a:pt x="149" y="1"/>
                      <a:pt x="9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06" name="Google Shape;306;p19"/>
              <p:cNvSpPr/>
              <p:nvPr/>
            </p:nvSpPr>
            <p:spPr>
              <a:xfrm>
                <a:off x="7272900" y="1980075"/>
                <a:ext cx="4675" cy="4900"/>
              </a:xfrm>
              <a:custGeom>
                <a:avLst/>
                <a:gdLst/>
                <a:ahLst/>
                <a:cxnLst/>
                <a:rect l="l" t="t" r="r" b="b"/>
                <a:pathLst>
                  <a:path w="187" h="196" extrusionOk="0">
                    <a:moveTo>
                      <a:pt x="94" y="57"/>
                    </a:moveTo>
                    <a:cubicBezTo>
                      <a:pt x="112" y="57"/>
                      <a:pt x="131" y="75"/>
                      <a:pt x="131" y="94"/>
                    </a:cubicBezTo>
                    <a:cubicBezTo>
                      <a:pt x="131" y="112"/>
                      <a:pt x="112" y="131"/>
                      <a:pt x="94" y="131"/>
                    </a:cubicBezTo>
                    <a:cubicBezTo>
                      <a:pt x="75" y="131"/>
                      <a:pt x="56" y="112"/>
                      <a:pt x="56" y="94"/>
                    </a:cubicBezTo>
                    <a:cubicBezTo>
                      <a:pt x="56" y="75"/>
                      <a:pt x="75" y="57"/>
                      <a:pt x="94" y="57"/>
                    </a:cubicBezTo>
                    <a:close/>
                    <a:moveTo>
                      <a:pt x="94" y="1"/>
                    </a:moveTo>
                    <a:cubicBezTo>
                      <a:pt x="38" y="1"/>
                      <a:pt x="1" y="38"/>
                      <a:pt x="1" y="94"/>
                    </a:cubicBezTo>
                    <a:cubicBezTo>
                      <a:pt x="1" y="149"/>
                      <a:pt x="38" y="196"/>
                      <a:pt x="94" y="196"/>
                    </a:cubicBezTo>
                    <a:cubicBezTo>
                      <a:pt x="149" y="196"/>
                      <a:pt x="186" y="149"/>
                      <a:pt x="186" y="94"/>
                    </a:cubicBezTo>
                    <a:cubicBezTo>
                      <a:pt x="186" y="38"/>
                      <a:pt x="149" y="1"/>
                      <a:pt x="9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07" name="Google Shape;307;p19"/>
              <p:cNvSpPr/>
              <p:nvPr/>
            </p:nvSpPr>
            <p:spPr>
              <a:xfrm>
                <a:off x="7281500" y="1980075"/>
                <a:ext cx="4875" cy="4900"/>
              </a:xfrm>
              <a:custGeom>
                <a:avLst/>
                <a:gdLst/>
                <a:ahLst/>
                <a:cxnLst/>
                <a:rect l="l" t="t" r="r" b="b"/>
                <a:pathLst>
                  <a:path w="195" h="196" extrusionOk="0">
                    <a:moveTo>
                      <a:pt x="93" y="57"/>
                    </a:moveTo>
                    <a:cubicBezTo>
                      <a:pt x="121" y="57"/>
                      <a:pt x="139" y="75"/>
                      <a:pt x="139" y="94"/>
                    </a:cubicBezTo>
                    <a:cubicBezTo>
                      <a:pt x="139" y="112"/>
                      <a:pt x="121" y="131"/>
                      <a:pt x="93" y="131"/>
                    </a:cubicBezTo>
                    <a:cubicBezTo>
                      <a:pt x="74" y="131"/>
                      <a:pt x="56" y="112"/>
                      <a:pt x="56" y="94"/>
                    </a:cubicBezTo>
                    <a:cubicBezTo>
                      <a:pt x="56" y="75"/>
                      <a:pt x="74" y="57"/>
                      <a:pt x="93" y="57"/>
                    </a:cubicBezTo>
                    <a:close/>
                    <a:moveTo>
                      <a:pt x="93" y="1"/>
                    </a:moveTo>
                    <a:cubicBezTo>
                      <a:pt x="46" y="1"/>
                      <a:pt x="0" y="38"/>
                      <a:pt x="0" y="94"/>
                    </a:cubicBezTo>
                    <a:cubicBezTo>
                      <a:pt x="0" y="149"/>
                      <a:pt x="46" y="196"/>
                      <a:pt x="93" y="196"/>
                    </a:cubicBezTo>
                    <a:cubicBezTo>
                      <a:pt x="148" y="196"/>
                      <a:pt x="195" y="149"/>
                      <a:pt x="195" y="94"/>
                    </a:cubicBezTo>
                    <a:cubicBezTo>
                      <a:pt x="195" y="38"/>
                      <a:pt x="148" y="1"/>
                      <a:pt x="9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08" name="Google Shape;308;p19"/>
              <p:cNvSpPr/>
              <p:nvPr/>
            </p:nvSpPr>
            <p:spPr>
              <a:xfrm>
                <a:off x="7290775" y="1980075"/>
                <a:ext cx="4875" cy="4900"/>
              </a:xfrm>
              <a:custGeom>
                <a:avLst/>
                <a:gdLst/>
                <a:ahLst/>
                <a:cxnLst/>
                <a:rect l="l" t="t" r="r" b="b"/>
                <a:pathLst>
                  <a:path w="195" h="196" extrusionOk="0">
                    <a:moveTo>
                      <a:pt x="93" y="57"/>
                    </a:moveTo>
                    <a:cubicBezTo>
                      <a:pt x="121" y="57"/>
                      <a:pt x="139" y="75"/>
                      <a:pt x="139" y="94"/>
                    </a:cubicBezTo>
                    <a:cubicBezTo>
                      <a:pt x="139" y="112"/>
                      <a:pt x="121" y="131"/>
                      <a:pt x="93" y="131"/>
                    </a:cubicBezTo>
                    <a:cubicBezTo>
                      <a:pt x="74" y="131"/>
                      <a:pt x="56" y="112"/>
                      <a:pt x="56" y="94"/>
                    </a:cubicBezTo>
                    <a:cubicBezTo>
                      <a:pt x="56" y="75"/>
                      <a:pt x="74" y="57"/>
                      <a:pt x="93" y="57"/>
                    </a:cubicBezTo>
                    <a:close/>
                    <a:moveTo>
                      <a:pt x="93" y="1"/>
                    </a:moveTo>
                    <a:cubicBezTo>
                      <a:pt x="47" y="1"/>
                      <a:pt x="0" y="38"/>
                      <a:pt x="0" y="94"/>
                    </a:cubicBezTo>
                    <a:cubicBezTo>
                      <a:pt x="0" y="149"/>
                      <a:pt x="47" y="196"/>
                      <a:pt x="93" y="196"/>
                    </a:cubicBezTo>
                    <a:cubicBezTo>
                      <a:pt x="149" y="196"/>
                      <a:pt x="195" y="149"/>
                      <a:pt x="195" y="94"/>
                    </a:cubicBezTo>
                    <a:cubicBezTo>
                      <a:pt x="195" y="38"/>
                      <a:pt x="149" y="1"/>
                      <a:pt x="9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09" name="Google Shape;309;p19"/>
              <p:cNvSpPr/>
              <p:nvPr/>
            </p:nvSpPr>
            <p:spPr>
              <a:xfrm>
                <a:off x="7299800" y="1980075"/>
                <a:ext cx="4900" cy="4900"/>
              </a:xfrm>
              <a:custGeom>
                <a:avLst/>
                <a:gdLst/>
                <a:ahLst/>
                <a:cxnLst/>
                <a:rect l="l" t="t" r="r" b="b"/>
                <a:pathLst>
                  <a:path w="196" h="196" extrusionOk="0">
                    <a:moveTo>
                      <a:pt x="94" y="57"/>
                    </a:moveTo>
                    <a:cubicBezTo>
                      <a:pt x="122" y="57"/>
                      <a:pt x="131" y="75"/>
                      <a:pt x="131" y="94"/>
                    </a:cubicBezTo>
                    <a:cubicBezTo>
                      <a:pt x="131" y="112"/>
                      <a:pt x="122" y="131"/>
                      <a:pt x="94" y="131"/>
                    </a:cubicBezTo>
                    <a:cubicBezTo>
                      <a:pt x="75" y="131"/>
                      <a:pt x="57" y="112"/>
                      <a:pt x="57" y="94"/>
                    </a:cubicBezTo>
                    <a:cubicBezTo>
                      <a:pt x="57" y="75"/>
                      <a:pt x="75" y="57"/>
                      <a:pt x="94" y="57"/>
                    </a:cubicBezTo>
                    <a:close/>
                    <a:moveTo>
                      <a:pt x="94" y="1"/>
                    </a:moveTo>
                    <a:cubicBezTo>
                      <a:pt x="47" y="1"/>
                      <a:pt x="1" y="38"/>
                      <a:pt x="1" y="94"/>
                    </a:cubicBezTo>
                    <a:cubicBezTo>
                      <a:pt x="1" y="149"/>
                      <a:pt x="47" y="196"/>
                      <a:pt x="94" y="196"/>
                    </a:cubicBezTo>
                    <a:cubicBezTo>
                      <a:pt x="149" y="196"/>
                      <a:pt x="196" y="149"/>
                      <a:pt x="196" y="94"/>
                    </a:cubicBezTo>
                    <a:cubicBezTo>
                      <a:pt x="196" y="38"/>
                      <a:pt x="149" y="1"/>
                      <a:pt x="9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10" name="Google Shape;310;p19"/>
              <p:cNvSpPr/>
              <p:nvPr/>
            </p:nvSpPr>
            <p:spPr>
              <a:xfrm>
                <a:off x="7309075" y="1980075"/>
                <a:ext cx="4900" cy="4900"/>
              </a:xfrm>
              <a:custGeom>
                <a:avLst/>
                <a:gdLst/>
                <a:ahLst/>
                <a:cxnLst/>
                <a:rect l="l" t="t" r="r" b="b"/>
                <a:pathLst>
                  <a:path w="196" h="196" extrusionOk="0">
                    <a:moveTo>
                      <a:pt x="94" y="57"/>
                    </a:moveTo>
                    <a:cubicBezTo>
                      <a:pt x="122" y="57"/>
                      <a:pt x="131" y="75"/>
                      <a:pt x="131" y="94"/>
                    </a:cubicBezTo>
                    <a:cubicBezTo>
                      <a:pt x="131" y="112"/>
                      <a:pt x="112" y="131"/>
                      <a:pt x="94" y="131"/>
                    </a:cubicBezTo>
                    <a:cubicBezTo>
                      <a:pt x="75" y="131"/>
                      <a:pt x="57" y="112"/>
                      <a:pt x="57" y="94"/>
                    </a:cubicBezTo>
                    <a:cubicBezTo>
                      <a:pt x="57" y="75"/>
                      <a:pt x="75" y="57"/>
                      <a:pt x="94" y="57"/>
                    </a:cubicBezTo>
                    <a:close/>
                    <a:moveTo>
                      <a:pt x="94" y="1"/>
                    </a:moveTo>
                    <a:cubicBezTo>
                      <a:pt x="47" y="1"/>
                      <a:pt x="1" y="38"/>
                      <a:pt x="1" y="94"/>
                    </a:cubicBezTo>
                    <a:cubicBezTo>
                      <a:pt x="1" y="149"/>
                      <a:pt x="47" y="196"/>
                      <a:pt x="94" y="196"/>
                    </a:cubicBezTo>
                    <a:cubicBezTo>
                      <a:pt x="149" y="196"/>
                      <a:pt x="196" y="149"/>
                      <a:pt x="196" y="94"/>
                    </a:cubicBezTo>
                    <a:cubicBezTo>
                      <a:pt x="196" y="38"/>
                      <a:pt x="149" y="1"/>
                      <a:pt x="9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11" name="Google Shape;311;p19"/>
              <p:cNvSpPr/>
              <p:nvPr/>
            </p:nvSpPr>
            <p:spPr>
              <a:xfrm>
                <a:off x="7261775" y="1885700"/>
                <a:ext cx="53825" cy="53600"/>
              </a:xfrm>
              <a:custGeom>
                <a:avLst/>
                <a:gdLst/>
                <a:ahLst/>
                <a:cxnLst/>
                <a:rect l="l" t="t" r="r" b="b"/>
                <a:pathLst>
                  <a:path w="2153" h="2144" extrusionOk="0">
                    <a:moveTo>
                      <a:pt x="1077" y="0"/>
                    </a:moveTo>
                    <a:cubicBezTo>
                      <a:pt x="483" y="0"/>
                      <a:pt x="1" y="473"/>
                      <a:pt x="1" y="1067"/>
                    </a:cubicBezTo>
                    <a:cubicBezTo>
                      <a:pt x="1" y="1661"/>
                      <a:pt x="483" y="2143"/>
                      <a:pt x="1077" y="2143"/>
                    </a:cubicBezTo>
                    <a:cubicBezTo>
                      <a:pt x="1670" y="2143"/>
                      <a:pt x="2153" y="1661"/>
                      <a:pt x="2153" y="1067"/>
                    </a:cubicBezTo>
                    <a:cubicBezTo>
                      <a:pt x="2153" y="473"/>
                      <a:pt x="1670" y="0"/>
                      <a:pt x="107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12" name="Google Shape;312;p19"/>
              <p:cNvSpPr/>
              <p:nvPr/>
            </p:nvSpPr>
            <p:spPr>
              <a:xfrm>
                <a:off x="7260375" y="1884075"/>
                <a:ext cx="56625" cy="56850"/>
              </a:xfrm>
              <a:custGeom>
                <a:avLst/>
                <a:gdLst/>
                <a:ahLst/>
                <a:cxnLst/>
                <a:rect l="l" t="t" r="r" b="b"/>
                <a:pathLst>
                  <a:path w="2265" h="2274" extrusionOk="0">
                    <a:moveTo>
                      <a:pt x="1133" y="121"/>
                    </a:moveTo>
                    <a:cubicBezTo>
                      <a:pt x="1689" y="121"/>
                      <a:pt x="2144" y="576"/>
                      <a:pt x="2144" y="1132"/>
                    </a:cubicBezTo>
                    <a:cubicBezTo>
                      <a:pt x="2144" y="1698"/>
                      <a:pt x="1689" y="2153"/>
                      <a:pt x="1133" y="2153"/>
                    </a:cubicBezTo>
                    <a:cubicBezTo>
                      <a:pt x="567" y="2153"/>
                      <a:pt x="112" y="1698"/>
                      <a:pt x="112" y="1132"/>
                    </a:cubicBezTo>
                    <a:cubicBezTo>
                      <a:pt x="112" y="576"/>
                      <a:pt x="567" y="121"/>
                      <a:pt x="1133" y="121"/>
                    </a:cubicBezTo>
                    <a:close/>
                    <a:moveTo>
                      <a:pt x="1133" y="0"/>
                    </a:moveTo>
                    <a:cubicBezTo>
                      <a:pt x="502" y="0"/>
                      <a:pt x="1" y="511"/>
                      <a:pt x="1" y="1132"/>
                    </a:cubicBezTo>
                    <a:cubicBezTo>
                      <a:pt x="1" y="1763"/>
                      <a:pt x="502" y="2273"/>
                      <a:pt x="1133" y="2273"/>
                    </a:cubicBezTo>
                    <a:cubicBezTo>
                      <a:pt x="1754" y="2273"/>
                      <a:pt x="2264" y="1763"/>
                      <a:pt x="2264" y="1132"/>
                    </a:cubicBezTo>
                    <a:cubicBezTo>
                      <a:pt x="2264" y="511"/>
                      <a:pt x="1754" y="0"/>
                      <a:pt x="113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13" name="Google Shape;313;p19"/>
              <p:cNvSpPr/>
              <p:nvPr/>
            </p:nvSpPr>
            <p:spPr>
              <a:xfrm>
                <a:off x="7276625" y="1914000"/>
                <a:ext cx="23900" cy="12075"/>
              </a:xfrm>
              <a:custGeom>
                <a:avLst/>
                <a:gdLst/>
                <a:ahLst/>
                <a:cxnLst/>
                <a:rect l="l" t="t" r="r" b="b"/>
                <a:pathLst>
                  <a:path w="956" h="483" extrusionOk="0">
                    <a:moveTo>
                      <a:pt x="483" y="0"/>
                    </a:moveTo>
                    <a:cubicBezTo>
                      <a:pt x="214" y="0"/>
                      <a:pt x="0" y="213"/>
                      <a:pt x="0" y="482"/>
                    </a:cubicBezTo>
                    <a:lnTo>
                      <a:pt x="956" y="482"/>
                    </a:lnTo>
                    <a:cubicBezTo>
                      <a:pt x="956" y="213"/>
                      <a:pt x="742" y="0"/>
                      <a:pt x="48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14" name="Google Shape;314;p19"/>
              <p:cNvSpPr/>
              <p:nvPr/>
            </p:nvSpPr>
            <p:spPr>
              <a:xfrm>
                <a:off x="7275225" y="1912600"/>
                <a:ext cx="26925" cy="14875"/>
              </a:xfrm>
              <a:custGeom>
                <a:avLst/>
                <a:gdLst/>
                <a:ahLst/>
                <a:cxnLst/>
                <a:rect l="l" t="t" r="r" b="b"/>
                <a:pathLst>
                  <a:path w="1077" h="595" extrusionOk="0">
                    <a:moveTo>
                      <a:pt x="539" y="121"/>
                    </a:moveTo>
                    <a:cubicBezTo>
                      <a:pt x="743" y="121"/>
                      <a:pt x="919" y="279"/>
                      <a:pt x="947" y="483"/>
                    </a:cubicBezTo>
                    <a:lnTo>
                      <a:pt x="121" y="483"/>
                    </a:lnTo>
                    <a:cubicBezTo>
                      <a:pt x="149" y="279"/>
                      <a:pt x="325" y="121"/>
                      <a:pt x="539" y="121"/>
                    </a:cubicBezTo>
                    <a:close/>
                    <a:moveTo>
                      <a:pt x="539" y="0"/>
                    </a:moveTo>
                    <a:cubicBezTo>
                      <a:pt x="242" y="0"/>
                      <a:pt x="1" y="242"/>
                      <a:pt x="1" y="538"/>
                    </a:cubicBezTo>
                    <a:cubicBezTo>
                      <a:pt x="1" y="594"/>
                      <a:pt x="1" y="594"/>
                      <a:pt x="233" y="594"/>
                    </a:cubicBezTo>
                    <a:lnTo>
                      <a:pt x="585" y="594"/>
                    </a:lnTo>
                    <a:cubicBezTo>
                      <a:pt x="1067" y="594"/>
                      <a:pt x="1067" y="594"/>
                      <a:pt x="1077" y="538"/>
                    </a:cubicBezTo>
                    <a:cubicBezTo>
                      <a:pt x="1077" y="242"/>
                      <a:pt x="835" y="0"/>
                      <a:pt x="5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15" name="Google Shape;315;p19"/>
              <p:cNvSpPr/>
              <p:nvPr/>
            </p:nvSpPr>
            <p:spPr>
              <a:xfrm>
                <a:off x="7281950" y="1898925"/>
                <a:ext cx="13475" cy="13475"/>
              </a:xfrm>
              <a:custGeom>
                <a:avLst/>
                <a:gdLst/>
                <a:ahLst/>
                <a:cxnLst/>
                <a:rect l="l" t="t" r="r" b="b"/>
                <a:pathLst>
                  <a:path w="539" h="539" extrusionOk="0">
                    <a:moveTo>
                      <a:pt x="270" y="0"/>
                    </a:moveTo>
                    <a:cubicBezTo>
                      <a:pt x="121" y="0"/>
                      <a:pt x="1" y="121"/>
                      <a:pt x="1" y="269"/>
                    </a:cubicBezTo>
                    <a:cubicBezTo>
                      <a:pt x="1" y="418"/>
                      <a:pt x="121" y="538"/>
                      <a:pt x="270" y="538"/>
                    </a:cubicBezTo>
                    <a:cubicBezTo>
                      <a:pt x="418" y="538"/>
                      <a:pt x="539" y="418"/>
                      <a:pt x="539" y="269"/>
                    </a:cubicBezTo>
                    <a:cubicBezTo>
                      <a:pt x="539" y="121"/>
                      <a:pt x="418" y="0"/>
                      <a:pt x="27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16" name="Google Shape;316;p19"/>
              <p:cNvSpPr/>
              <p:nvPr/>
            </p:nvSpPr>
            <p:spPr>
              <a:xfrm>
                <a:off x="7280550" y="1897525"/>
                <a:ext cx="16500" cy="16500"/>
              </a:xfrm>
              <a:custGeom>
                <a:avLst/>
                <a:gdLst/>
                <a:ahLst/>
                <a:cxnLst/>
                <a:rect l="l" t="t" r="r" b="b"/>
                <a:pathLst>
                  <a:path w="660" h="660" extrusionOk="0">
                    <a:moveTo>
                      <a:pt x="326" y="112"/>
                    </a:moveTo>
                    <a:cubicBezTo>
                      <a:pt x="446" y="112"/>
                      <a:pt x="539" y="204"/>
                      <a:pt x="539" y="325"/>
                    </a:cubicBezTo>
                    <a:cubicBezTo>
                      <a:pt x="539" y="446"/>
                      <a:pt x="446" y="538"/>
                      <a:pt x="326" y="538"/>
                    </a:cubicBezTo>
                    <a:cubicBezTo>
                      <a:pt x="205" y="538"/>
                      <a:pt x="112" y="446"/>
                      <a:pt x="112" y="325"/>
                    </a:cubicBezTo>
                    <a:cubicBezTo>
                      <a:pt x="112" y="204"/>
                      <a:pt x="205" y="112"/>
                      <a:pt x="326" y="112"/>
                    </a:cubicBezTo>
                    <a:close/>
                    <a:moveTo>
                      <a:pt x="326" y="0"/>
                    </a:moveTo>
                    <a:cubicBezTo>
                      <a:pt x="140" y="0"/>
                      <a:pt x="1" y="140"/>
                      <a:pt x="1" y="325"/>
                    </a:cubicBezTo>
                    <a:cubicBezTo>
                      <a:pt x="1" y="511"/>
                      <a:pt x="140" y="659"/>
                      <a:pt x="326" y="659"/>
                    </a:cubicBezTo>
                    <a:cubicBezTo>
                      <a:pt x="511" y="659"/>
                      <a:pt x="660" y="511"/>
                      <a:pt x="660" y="325"/>
                    </a:cubicBezTo>
                    <a:cubicBezTo>
                      <a:pt x="660" y="140"/>
                      <a:pt x="511" y="0"/>
                      <a:pt x="32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17" name="Google Shape;317;p19"/>
              <p:cNvSpPr/>
              <p:nvPr/>
            </p:nvSpPr>
            <p:spPr>
              <a:xfrm>
                <a:off x="7268725" y="1995400"/>
                <a:ext cx="39700" cy="12300"/>
              </a:xfrm>
              <a:custGeom>
                <a:avLst/>
                <a:gdLst/>
                <a:ahLst/>
                <a:cxnLst/>
                <a:rect l="l" t="t" r="r" b="b"/>
                <a:pathLst>
                  <a:path w="1588" h="492" extrusionOk="0">
                    <a:moveTo>
                      <a:pt x="251" y="0"/>
                    </a:moveTo>
                    <a:cubicBezTo>
                      <a:pt x="112" y="0"/>
                      <a:pt x="1" y="111"/>
                      <a:pt x="1" y="251"/>
                    </a:cubicBezTo>
                    <a:cubicBezTo>
                      <a:pt x="1" y="390"/>
                      <a:pt x="112" y="492"/>
                      <a:pt x="251" y="492"/>
                    </a:cubicBezTo>
                    <a:lnTo>
                      <a:pt x="1346" y="492"/>
                    </a:lnTo>
                    <a:cubicBezTo>
                      <a:pt x="1476" y="492"/>
                      <a:pt x="1587" y="390"/>
                      <a:pt x="1587" y="251"/>
                    </a:cubicBezTo>
                    <a:cubicBezTo>
                      <a:pt x="1587" y="111"/>
                      <a:pt x="1476" y="0"/>
                      <a:pt x="134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18" name="Google Shape;318;p19"/>
              <p:cNvSpPr/>
              <p:nvPr/>
            </p:nvSpPr>
            <p:spPr>
              <a:xfrm>
                <a:off x="7267350" y="1994000"/>
                <a:ext cx="42450" cy="15325"/>
              </a:xfrm>
              <a:custGeom>
                <a:avLst/>
                <a:gdLst/>
                <a:ahLst/>
                <a:cxnLst/>
                <a:rect l="l" t="t" r="r" b="b"/>
                <a:pathLst>
                  <a:path w="1698" h="613" extrusionOk="0">
                    <a:moveTo>
                      <a:pt x="1401" y="121"/>
                    </a:moveTo>
                    <a:cubicBezTo>
                      <a:pt x="1503" y="121"/>
                      <a:pt x="1586" y="205"/>
                      <a:pt x="1586" y="307"/>
                    </a:cubicBezTo>
                    <a:cubicBezTo>
                      <a:pt x="1586" y="409"/>
                      <a:pt x="1503" y="492"/>
                      <a:pt x="1401" y="492"/>
                    </a:cubicBezTo>
                    <a:lnTo>
                      <a:pt x="306" y="492"/>
                    </a:lnTo>
                    <a:cubicBezTo>
                      <a:pt x="204" y="492"/>
                      <a:pt x="112" y="409"/>
                      <a:pt x="112" y="307"/>
                    </a:cubicBezTo>
                    <a:cubicBezTo>
                      <a:pt x="112" y="205"/>
                      <a:pt x="195" y="121"/>
                      <a:pt x="306" y="121"/>
                    </a:cubicBezTo>
                    <a:close/>
                    <a:moveTo>
                      <a:pt x="306" y="0"/>
                    </a:moveTo>
                    <a:cubicBezTo>
                      <a:pt x="139" y="0"/>
                      <a:pt x="0" y="140"/>
                      <a:pt x="0" y="307"/>
                    </a:cubicBezTo>
                    <a:cubicBezTo>
                      <a:pt x="0" y="474"/>
                      <a:pt x="130" y="613"/>
                      <a:pt x="306" y="613"/>
                    </a:cubicBezTo>
                    <a:lnTo>
                      <a:pt x="1401" y="613"/>
                    </a:lnTo>
                    <a:cubicBezTo>
                      <a:pt x="1568" y="613"/>
                      <a:pt x="1698" y="474"/>
                      <a:pt x="1698" y="307"/>
                    </a:cubicBezTo>
                    <a:cubicBezTo>
                      <a:pt x="1698" y="140"/>
                      <a:pt x="1568" y="0"/>
                      <a:pt x="140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19" name="Google Shape;319;p19"/>
              <p:cNvSpPr/>
              <p:nvPr/>
            </p:nvSpPr>
            <p:spPr>
              <a:xfrm>
                <a:off x="7284275" y="2327500"/>
                <a:ext cx="305000" cy="222425"/>
              </a:xfrm>
              <a:custGeom>
                <a:avLst/>
                <a:gdLst/>
                <a:ahLst/>
                <a:cxnLst/>
                <a:rect l="l" t="t" r="r" b="b"/>
                <a:pathLst>
                  <a:path w="12200" h="8897" extrusionOk="0">
                    <a:moveTo>
                      <a:pt x="232" y="0"/>
                    </a:moveTo>
                    <a:cubicBezTo>
                      <a:pt x="102" y="0"/>
                      <a:pt x="0" y="102"/>
                      <a:pt x="0" y="223"/>
                    </a:cubicBezTo>
                    <a:lnTo>
                      <a:pt x="0" y="8674"/>
                    </a:lnTo>
                    <a:cubicBezTo>
                      <a:pt x="0" y="8795"/>
                      <a:pt x="102" y="8897"/>
                      <a:pt x="232" y="8897"/>
                    </a:cubicBezTo>
                    <a:lnTo>
                      <a:pt x="11977" y="8897"/>
                    </a:lnTo>
                    <a:cubicBezTo>
                      <a:pt x="12097" y="8897"/>
                      <a:pt x="12199" y="8795"/>
                      <a:pt x="12199" y="8674"/>
                    </a:cubicBezTo>
                    <a:lnTo>
                      <a:pt x="12199" y="223"/>
                    </a:lnTo>
                    <a:cubicBezTo>
                      <a:pt x="12199" y="102"/>
                      <a:pt x="12097" y="0"/>
                      <a:pt x="1197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20" name="Google Shape;320;p19"/>
              <p:cNvSpPr/>
              <p:nvPr/>
            </p:nvSpPr>
            <p:spPr>
              <a:xfrm>
                <a:off x="7301425" y="2310575"/>
                <a:ext cx="305000" cy="37575"/>
              </a:xfrm>
              <a:custGeom>
                <a:avLst/>
                <a:gdLst/>
                <a:ahLst/>
                <a:cxnLst/>
                <a:rect l="l" t="t" r="r" b="b"/>
                <a:pathLst>
                  <a:path w="12200" h="1503" extrusionOk="0">
                    <a:moveTo>
                      <a:pt x="270" y="0"/>
                    </a:moveTo>
                    <a:cubicBezTo>
                      <a:pt x="121" y="0"/>
                      <a:pt x="1" y="121"/>
                      <a:pt x="1" y="269"/>
                    </a:cubicBezTo>
                    <a:lnTo>
                      <a:pt x="1" y="1503"/>
                    </a:lnTo>
                    <a:lnTo>
                      <a:pt x="12200" y="1503"/>
                    </a:lnTo>
                    <a:lnTo>
                      <a:pt x="12200" y="353"/>
                    </a:lnTo>
                    <a:cubicBezTo>
                      <a:pt x="12200" y="158"/>
                      <a:pt x="12042" y="0"/>
                      <a:pt x="1184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21" name="Google Shape;321;p19"/>
              <p:cNvSpPr/>
              <p:nvPr/>
            </p:nvSpPr>
            <p:spPr>
              <a:xfrm>
                <a:off x="7299800" y="2309175"/>
                <a:ext cx="308025" cy="40375"/>
              </a:xfrm>
              <a:custGeom>
                <a:avLst/>
                <a:gdLst/>
                <a:ahLst/>
                <a:cxnLst/>
                <a:rect l="l" t="t" r="r" b="b"/>
                <a:pathLst>
                  <a:path w="12321" h="1615" extrusionOk="0">
                    <a:moveTo>
                      <a:pt x="11912" y="112"/>
                    </a:moveTo>
                    <a:cubicBezTo>
                      <a:pt x="12070" y="112"/>
                      <a:pt x="12209" y="251"/>
                      <a:pt x="12209" y="409"/>
                    </a:cubicBezTo>
                    <a:lnTo>
                      <a:pt x="12209" y="1494"/>
                    </a:lnTo>
                    <a:lnTo>
                      <a:pt x="122" y="1494"/>
                    </a:lnTo>
                    <a:lnTo>
                      <a:pt x="122" y="325"/>
                    </a:lnTo>
                    <a:cubicBezTo>
                      <a:pt x="122" y="214"/>
                      <a:pt x="214" y="112"/>
                      <a:pt x="335" y="112"/>
                    </a:cubicBezTo>
                    <a:close/>
                    <a:moveTo>
                      <a:pt x="335" y="0"/>
                    </a:moveTo>
                    <a:cubicBezTo>
                      <a:pt x="149" y="0"/>
                      <a:pt x="1" y="149"/>
                      <a:pt x="1" y="325"/>
                    </a:cubicBezTo>
                    <a:lnTo>
                      <a:pt x="1" y="1615"/>
                    </a:lnTo>
                    <a:lnTo>
                      <a:pt x="12320" y="1615"/>
                    </a:lnTo>
                    <a:lnTo>
                      <a:pt x="12320" y="409"/>
                    </a:lnTo>
                    <a:cubicBezTo>
                      <a:pt x="12320" y="186"/>
                      <a:pt x="12135" y="0"/>
                      <a:pt x="1191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22" name="Google Shape;322;p19"/>
              <p:cNvSpPr/>
              <p:nvPr/>
            </p:nvSpPr>
            <p:spPr>
              <a:xfrm>
                <a:off x="7553750" y="2321700"/>
                <a:ext cx="14650" cy="14400"/>
              </a:xfrm>
              <a:custGeom>
                <a:avLst/>
                <a:gdLst/>
                <a:ahLst/>
                <a:cxnLst/>
                <a:rect l="l" t="t" r="r" b="b"/>
                <a:pathLst>
                  <a:path w="586" h="576" extrusionOk="0">
                    <a:moveTo>
                      <a:pt x="298" y="112"/>
                    </a:moveTo>
                    <a:cubicBezTo>
                      <a:pt x="391" y="112"/>
                      <a:pt x="465" y="195"/>
                      <a:pt x="465" y="288"/>
                    </a:cubicBezTo>
                    <a:cubicBezTo>
                      <a:pt x="465" y="381"/>
                      <a:pt x="391" y="464"/>
                      <a:pt x="298" y="464"/>
                    </a:cubicBezTo>
                    <a:cubicBezTo>
                      <a:pt x="196" y="464"/>
                      <a:pt x="122" y="381"/>
                      <a:pt x="122" y="288"/>
                    </a:cubicBezTo>
                    <a:cubicBezTo>
                      <a:pt x="122" y="195"/>
                      <a:pt x="196" y="112"/>
                      <a:pt x="298" y="112"/>
                    </a:cubicBezTo>
                    <a:close/>
                    <a:moveTo>
                      <a:pt x="298" y="0"/>
                    </a:moveTo>
                    <a:cubicBezTo>
                      <a:pt x="131" y="0"/>
                      <a:pt x="1" y="130"/>
                      <a:pt x="1" y="288"/>
                    </a:cubicBezTo>
                    <a:cubicBezTo>
                      <a:pt x="1" y="446"/>
                      <a:pt x="131" y="576"/>
                      <a:pt x="298" y="576"/>
                    </a:cubicBezTo>
                    <a:cubicBezTo>
                      <a:pt x="455" y="576"/>
                      <a:pt x="585" y="446"/>
                      <a:pt x="585" y="288"/>
                    </a:cubicBezTo>
                    <a:cubicBezTo>
                      <a:pt x="585" y="130"/>
                      <a:pt x="455" y="0"/>
                      <a:pt x="29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23" name="Google Shape;323;p19"/>
              <p:cNvSpPr/>
              <p:nvPr/>
            </p:nvSpPr>
            <p:spPr>
              <a:xfrm>
                <a:off x="7576250" y="2321700"/>
                <a:ext cx="14650" cy="14400"/>
              </a:xfrm>
              <a:custGeom>
                <a:avLst/>
                <a:gdLst/>
                <a:ahLst/>
                <a:cxnLst/>
                <a:rect l="l" t="t" r="r" b="b"/>
                <a:pathLst>
                  <a:path w="586" h="576" extrusionOk="0">
                    <a:moveTo>
                      <a:pt x="298" y="112"/>
                    </a:moveTo>
                    <a:cubicBezTo>
                      <a:pt x="390" y="112"/>
                      <a:pt x="465" y="195"/>
                      <a:pt x="465" y="288"/>
                    </a:cubicBezTo>
                    <a:cubicBezTo>
                      <a:pt x="465" y="381"/>
                      <a:pt x="390" y="464"/>
                      <a:pt x="298" y="464"/>
                    </a:cubicBezTo>
                    <a:cubicBezTo>
                      <a:pt x="196" y="464"/>
                      <a:pt x="121" y="381"/>
                      <a:pt x="121" y="288"/>
                    </a:cubicBezTo>
                    <a:cubicBezTo>
                      <a:pt x="121" y="195"/>
                      <a:pt x="196" y="112"/>
                      <a:pt x="298" y="112"/>
                    </a:cubicBezTo>
                    <a:close/>
                    <a:moveTo>
                      <a:pt x="298" y="0"/>
                    </a:moveTo>
                    <a:cubicBezTo>
                      <a:pt x="131" y="0"/>
                      <a:pt x="1" y="130"/>
                      <a:pt x="1" y="288"/>
                    </a:cubicBezTo>
                    <a:cubicBezTo>
                      <a:pt x="1" y="446"/>
                      <a:pt x="131" y="576"/>
                      <a:pt x="298" y="576"/>
                    </a:cubicBezTo>
                    <a:cubicBezTo>
                      <a:pt x="455" y="576"/>
                      <a:pt x="585" y="446"/>
                      <a:pt x="585" y="288"/>
                    </a:cubicBezTo>
                    <a:cubicBezTo>
                      <a:pt x="585" y="130"/>
                      <a:pt x="455" y="0"/>
                      <a:pt x="29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24" name="Google Shape;324;p19"/>
              <p:cNvSpPr/>
              <p:nvPr/>
            </p:nvSpPr>
            <p:spPr>
              <a:xfrm>
                <a:off x="7531500" y="2321700"/>
                <a:ext cx="14400" cy="14400"/>
              </a:xfrm>
              <a:custGeom>
                <a:avLst/>
                <a:gdLst/>
                <a:ahLst/>
                <a:cxnLst/>
                <a:rect l="l" t="t" r="r" b="b"/>
                <a:pathLst>
                  <a:path w="576" h="576" extrusionOk="0">
                    <a:moveTo>
                      <a:pt x="288" y="112"/>
                    </a:moveTo>
                    <a:cubicBezTo>
                      <a:pt x="381" y="112"/>
                      <a:pt x="464" y="195"/>
                      <a:pt x="464" y="288"/>
                    </a:cubicBezTo>
                    <a:cubicBezTo>
                      <a:pt x="464" y="381"/>
                      <a:pt x="381" y="464"/>
                      <a:pt x="288" y="464"/>
                    </a:cubicBezTo>
                    <a:cubicBezTo>
                      <a:pt x="195" y="464"/>
                      <a:pt x="121" y="381"/>
                      <a:pt x="121" y="288"/>
                    </a:cubicBezTo>
                    <a:cubicBezTo>
                      <a:pt x="121" y="195"/>
                      <a:pt x="195" y="112"/>
                      <a:pt x="288" y="112"/>
                    </a:cubicBezTo>
                    <a:close/>
                    <a:moveTo>
                      <a:pt x="288" y="0"/>
                    </a:moveTo>
                    <a:cubicBezTo>
                      <a:pt x="130" y="0"/>
                      <a:pt x="0" y="130"/>
                      <a:pt x="0" y="288"/>
                    </a:cubicBezTo>
                    <a:cubicBezTo>
                      <a:pt x="0" y="446"/>
                      <a:pt x="130" y="576"/>
                      <a:pt x="288" y="576"/>
                    </a:cubicBezTo>
                    <a:cubicBezTo>
                      <a:pt x="446" y="576"/>
                      <a:pt x="575" y="446"/>
                      <a:pt x="575" y="288"/>
                    </a:cubicBezTo>
                    <a:cubicBezTo>
                      <a:pt x="575" y="130"/>
                      <a:pt x="446" y="0"/>
                      <a:pt x="28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25" name="Google Shape;325;p19"/>
              <p:cNvSpPr/>
              <p:nvPr/>
            </p:nvSpPr>
            <p:spPr>
              <a:xfrm>
                <a:off x="7301200" y="2348125"/>
                <a:ext cx="305000" cy="183475"/>
              </a:xfrm>
              <a:custGeom>
                <a:avLst/>
                <a:gdLst/>
                <a:ahLst/>
                <a:cxnLst/>
                <a:rect l="l" t="t" r="r" b="b"/>
                <a:pathLst>
                  <a:path w="12200" h="7339" extrusionOk="0">
                    <a:moveTo>
                      <a:pt x="38" y="1"/>
                    </a:moveTo>
                    <a:cubicBezTo>
                      <a:pt x="19" y="1"/>
                      <a:pt x="1" y="19"/>
                      <a:pt x="1" y="38"/>
                    </a:cubicBezTo>
                    <a:lnTo>
                      <a:pt x="1" y="7302"/>
                    </a:lnTo>
                    <a:cubicBezTo>
                      <a:pt x="1" y="7320"/>
                      <a:pt x="19" y="7339"/>
                      <a:pt x="38" y="7339"/>
                    </a:cubicBezTo>
                    <a:lnTo>
                      <a:pt x="12162" y="7339"/>
                    </a:lnTo>
                    <a:cubicBezTo>
                      <a:pt x="12181" y="7339"/>
                      <a:pt x="12199" y="7320"/>
                      <a:pt x="12199" y="7302"/>
                    </a:cubicBezTo>
                    <a:lnTo>
                      <a:pt x="12199" y="38"/>
                    </a:lnTo>
                    <a:cubicBezTo>
                      <a:pt x="12199" y="19"/>
                      <a:pt x="12181" y="1"/>
                      <a:pt x="121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26" name="Google Shape;326;p19"/>
              <p:cNvSpPr/>
              <p:nvPr/>
            </p:nvSpPr>
            <p:spPr>
              <a:xfrm>
                <a:off x="7299800" y="2346750"/>
                <a:ext cx="308025" cy="186250"/>
              </a:xfrm>
              <a:custGeom>
                <a:avLst/>
                <a:gdLst/>
                <a:ahLst/>
                <a:cxnLst/>
                <a:rect l="l" t="t" r="r" b="b"/>
                <a:pathLst>
                  <a:path w="12321" h="7450" extrusionOk="0">
                    <a:moveTo>
                      <a:pt x="12200" y="112"/>
                    </a:moveTo>
                    <a:lnTo>
                      <a:pt x="12200" y="7338"/>
                    </a:lnTo>
                    <a:lnTo>
                      <a:pt x="112" y="7338"/>
                    </a:lnTo>
                    <a:lnTo>
                      <a:pt x="112" y="112"/>
                    </a:lnTo>
                    <a:close/>
                    <a:moveTo>
                      <a:pt x="94" y="0"/>
                    </a:moveTo>
                    <a:cubicBezTo>
                      <a:pt x="47" y="0"/>
                      <a:pt x="1" y="37"/>
                      <a:pt x="1" y="93"/>
                    </a:cubicBezTo>
                    <a:lnTo>
                      <a:pt x="1" y="7357"/>
                    </a:lnTo>
                    <a:cubicBezTo>
                      <a:pt x="1" y="7412"/>
                      <a:pt x="47" y="7449"/>
                      <a:pt x="94" y="7449"/>
                    </a:cubicBezTo>
                    <a:lnTo>
                      <a:pt x="12218" y="7449"/>
                    </a:lnTo>
                    <a:cubicBezTo>
                      <a:pt x="12274" y="7449"/>
                      <a:pt x="12320" y="7412"/>
                      <a:pt x="12320" y="7357"/>
                    </a:cubicBezTo>
                    <a:lnTo>
                      <a:pt x="12320" y="93"/>
                    </a:lnTo>
                    <a:cubicBezTo>
                      <a:pt x="12320" y="37"/>
                      <a:pt x="12274" y="0"/>
                      <a:pt x="1221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27" name="Google Shape;327;p19"/>
              <p:cNvSpPr/>
              <p:nvPr/>
            </p:nvSpPr>
            <p:spPr>
              <a:xfrm>
                <a:off x="7510150" y="2385250"/>
                <a:ext cx="67525" cy="103925"/>
              </a:xfrm>
              <a:custGeom>
                <a:avLst/>
                <a:gdLst/>
                <a:ahLst/>
                <a:cxnLst/>
                <a:rect l="l" t="t" r="r" b="b"/>
                <a:pathLst>
                  <a:path w="2701" h="4157" extrusionOk="0">
                    <a:moveTo>
                      <a:pt x="19" y="0"/>
                    </a:moveTo>
                    <a:cubicBezTo>
                      <a:pt x="10" y="0"/>
                      <a:pt x="1" y="9"/>
                      <a:pt x="1" y="19"/>
                    </a:cubicBezTo>
                    <a:lnTo>
                      <a:pt x="1" y="4138"/>
                    </a:lnTo>
                    <a:cubicBezTo>
                      <a:pt x="1" y="4147"/>
                      <a:pt x="10" y="4156"/>
                      <a:pt x="19" y="4156"/>
                    </a:cubicBezTo>
                    <a:lnTo>
                      <a:pt x="2682" y="4156"/>
                    </a:lnTo>
                    <a:cubicBezTo>
                      <a:pt x="2691" y="4156"/>
                      <a:pt x="2700" y="4147"/>
                      <a:pt x="2700" y="4138"/>
                    </a:cubicBezTo>
                    <a:lnTo>
                      <a:pt x="2700" y="19"/>
                    </a:lnTo>
                    <a:cubicBezTo>
                      <a:pt x="2700" y="0"/>
                      <a:pt x="2691" y="0"/>
                      <a:pt x="268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28" name="Google Shape;328;p19"/>
              <p:cNvSpPr/>
              <p:nvPr/>
            </p:nvSpPr>
            <p:spPr>
              <a:xfrm>
                <a:off x="7508775" y="2383625"/>
                <a:ext cx="70300" cy="107175"/>
              </a:xfrm>
              <a:custGeom>
                <a:avLst/>
                <a:gdLst/>
                <a:ahLst/>
                <a:cxnLst/>
                <a:rect l="l" t="t" r="r" b="b"/>
                <a:pathLst>
                  <a:path w="2812" h="4287" extrusionOk="0">
                    <a:moveTo>
                      <a:pt x="2700" y="121"/>
                    </a:moveTo>
                    <a:lnTo>
                      <a:pt x="2700" y="4165"/>
                    </a:lnTo>
                    <a:lnTo>
                      <a:pt x="112" y="4165"/>
                    </a:lnTo>
                    <a:lnTo>
                      <a:pt x="112" y="121"/>
                    </a:lnTo>
                    <a:close/>
                    <a:moveTo>
                      <a:pt x="74" y="0"/>
                    </a:moveTo>
                    <a:cubicBezTo>
                      <a:pt x="37" y="0"/>
                      <a:pt x="0" y="37"/>
                      <a:pt x="0" y="84"/>
                    </a:cubicBezTo>
                    <a:lnTo>
                      <a:pt x="0" y="4203"/>
                    </a:lnTo>
                    <a:cubicBezTo>
                      <a:pt x="0" y="4249"/>
                      <a:pt x="37" y="4286"/>
                      <a:pt x="74" y="4286"/>
                    </a:cubicBezTo>
                    <a:lnTo>
                      <a:pt x="2737" y="4286"/>
                    </a:lnTo>
                    <a:cubicBezTo>
                      <a:pt x="2774" y="4286"/>
                      <a:pt x="2811" y="4249"/>
                      <a:pt x="2811" y="4203"/>
                    </a:cubicBezTo>
                    <a:lnTo>
                      <a:pt x="2811" y="84"/>
                    </a:lnTo>
                    <a:cubicBezTo>
                      <a:pt x="2811" y="37"/>
                      <a:pt x="2774" y="0"/>
                      <a:pt x="273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29" name="Google Shape;329;p19"/>
              <p:cNvSpPr/>
              <p:nvPr/>
            </p:nvSpPr>
            <p:spPr>
              <a:xfrm>
                <a:off x="7511775" y="2387100"/>
                <a:ext cx="65200" cy="100900"/>
              </a:xfrm>
              <a:custGeom>
                <a:avLst/>
                <a:gdLst/>
                <a:ahLst/>
                <a:cxnLst/>
                <a:rect l="l" t="t" r="r" b="b"/>
                <a:pathLst>
                  <a:path w="2608" h="4036" extrusionOk="0">
                    <a:moveTo>
                      <a:pt x="1" y="0"/>
                    </a:moveTo>
                    <a:lnTo>
                      <a:pt x="2608" y="4036"/>
                    </a:ln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30" name="Google Shape;330;p19"/>
              <p:cNvSpPr/>
              <p:nvPr/>
            </p:nvSpPr>
            <p:spPr>
              <a:xfrm>
                <a:off x="7510150" y="2385700"/>
                <a:ext cx="68450" cy="103700"/>
              </a:xfrm>
              <a:custGeom>
                <a:avLst/>
                <a:gdLst/>
                <a:ahLst/>
                <a:cxnLst/>
                <a:rect l="l" t="t" r="r" b="b"/>
                <a:pathLst>
                  <a:path w="2738" h="4148" extrusionOk="0">
                    <a:moveTo>
                      <a:pt x="70" y="0"/>
                    </a:moveTo>
                    <a:cubicBezTo>
                      <a:pt x="59" y="0"/>
                      <a:pt x="48" y="3"/>
                      <a:pt x="38" y="10"/>
                    </a:cubicBezTo>
                    <a:cubicBezTo>
                      <a:pt x="10" y="29"/>
                      <a:pt x="1" y="66"/>
                      <a:pt x="19" y="93"/>
                    </a:cubicBezTo>
                    <a:lnTo>
                      <a:pt x="2626" y="4120"/>
                    </a:lnTo>
                    <a:cubicBezTo>
                      <a:pt x="2635" y="4138"/>
                      <a:pt x="2654" y="4147"/>
                      <a:pt x="2673" y="4147"/>
                    </a:cubicBezTo>
                    <a:cubicBezTo>
                      <a:pt x="2682" y="4147"/>
                      <a:pt x="2691" y="4147"/>
                      <a:pt x="2700" y="4138"/>
                    </a:cubicBezTo>
                    <a:cubicBezTo>
                      <a:pt x="2728" y="4120"/>
                      <a:pt x="2738" y="4082"/>
                      <a:pt x="2719" y="4055"/>
                    </a:cubicBezTo>
                    <a:lnTo>
                      <a:pt x="121" y="29"/>
                    </a:lnTo>
                    <a:cubicBezTo>
                      <a:pt x="109" y="11"/>
                      <a:pt x="90" y="0"/>
                      <a:pt x="7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31" name="Google Shape;331;p19"/>
              <p:cNvSpPr/>
              <p:nvPr/>
            </p:nvSpPr>
            <p:spPr>
              <a:xfrm>
                <a:off x="7510625" y="2386875"/>
                <a:ext cx="64950" cy="102300"/>
              </a:xfrm>
              <a:custGeom>
                <a:avLst/>
                <a:gdLst/>
                <a:ahLst/>
                <a:cxnLst/>
                <a:rect l="l" t="t" r="r" b="b"/>
                <a:pathLst>
                  <a:path w="2598" h="4092" extrusionOk="0">
                    <a:moveTo>
                      <a:pt x="2598" y="0"/>
                    </a:moveTo>
                    <a:lnTo>
                      <a:pt x="0" y="4091"/>
                    </a:ln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32" name="Google Shape;332;p19"/>
              <p:cNvSpPr/>
              <p:nvPr/>
            </p:nvSpPr>
            <p:spPr>
              <a:xfrm>
                <a:off x="7509000" y="2385325"/>
                <a:ext cx="68200" cy="105475"/>
              </a:xfrm>
              <a:custGeom>
                <a:avLst/>
                <a:gdLst/>
                <a:ahLst/>
                <a:cxnLst/>
                <a:rect l="l" t="t" r="r" b="b"/>
                <a:pathLst>
                  <a:path w="2728" h="4219" extrusionOk="0">
                    <a:moveTo>
                      <a:pt x="2667" y="1"/>
                    </a:moveTo>
                    <a:cubicBezTo>
                      <a:pt x="2648" y="1"/>
                      <a:pt x="2628" y="7"/>
                      <a:pt x="2617" y="25"/>
                    </a:cubicBezTo>
                    <a:lnTo>
                      <a:pt x="19" y="4125"/>
                    </a:lnTo>
                    <a:cubicBezTo>
                      <a:pt x="0" y="4153"/>
                      <a:pt x="10" y="4190"/>
                      <a:pt x="38" y="4209"/>
                    </a:cubicBezTo>
                    <a:cubicBezTo>
                      <a:pt x="47" y="4209"/>
                      <a:pt x="56" y="4218"/>
                      <a:pt x="65" y="4218"/>
                    </a:cubicBezTo>
                    <a:cubicBezTo>
                      <a:pt x="84" y="4218"/>
                      <a:pt x="103" y="4209"/>
                      <a:pt x="121" y="4190"/>
                    </a:cubicBezTo>
                    <a:lnTo>
                      <a:pt x="2719" y="90"/>
                    </a:lnTo>
                    <a:cubicBezTo>
                      <a:pt x="2728" y="62"/>
                      <a:pt x="2728" y="25"/>
                      <a:pt x="2700" y="6"/>
                    </a:cubicBezTo>
                    <a:cubicBezTo>
                      <a:pt x="2690" y="3"/>
                      <a:pt x="2678" y="1"/>
                      <a:pt x="2667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33" name="Google Shape;333;p19"/>
              <p:cNvSpPr/>
              <p:nvPr/>
            </p:nvSpPr>
            <p:spPr>
              <a:xfrm>
                <a:off x="7340175" y="2391050"/>
                <a:ext cx="143350" cy="3025"/>
              </a:xfrm>
              <a:custGeom>
                <a:avLst/>
                <a:gdLst/>
                <a:ahLst/>
                <a:cxnLst/>
                <a:rect l="l" t="t" r="r" b="b"/>
                <a:pathLst>
                  <a:path w="5734" h="121" extrusionOk="0">
                    <a:moveTo>
                      <a:pt x="56" y="0"/>
                    </a:moveTo>
                    <a:cubicBezTo>
                      <a:pt x="28" y="0"/>
                      <a:pt x="0" y="28"/>
                      <a:pt x="0" y="65"/>
                    </a:cubicBezTo>
                    <a:cubicBezTo>
                      <a:pt x="0" y="93"/>
                      <a:pt x="28" y="121"/>
                      <a:pt x="56" y="121"/>
                    </a:cubicBezTo>
                    <a:lnTo>
                      <a:pt x="5677" y="121"/>
                    </a:lnTo>
                    <a:cubicBezTo>
                      <a:pt x="5705" y="121"/>
                      <a:pt x="5733" y="93"/>
                      <a:pt x="5733" y="65"/>
                    </a:cubicBezTo>
                    <a:cubicBezTo>
                      <a:pt x="5733" y="28"/>
                      <a:pt x="5705" y="0"/>
                      <a:pt x="567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34" name="Google Shape;334;p19"/>
              <p:cNvSpPr/>
              <p:nvPr/>
            </p:nvSpPr>
            <p:spPr>
              <a:xfrm>
                <a:off x="7340175" y="2412375"/>
                <a:ext cx="52200" cy="3050"/>
              </a:xfrm>
              <a:custGeom>
                <a:avLst/>
                <a:gdLst/>
                <a:ahLst/>
                <a:cxnLst/>
                <a:rect l="l" t="t" r="r" b="b"/>
                <a:pathLst>
                  <a:path w="2088" h="122" extrusionOk="0">
                    <a:moveTo>
                      <a:pt x="56" y="1"/>
                    </a:moveTo>
                    <a:cubicBezTo>
                      <a:pt x="28" y="1"/>
                      <a:pt x="0" y="28"/>
                      <a:pt x="0" y="56"/>
                    </a:cubicBezTo>
                    <a:cubicBezTo>
                      <a:pt x="0" y="93"/>
                      <a:pt x="28" y="121"/>
                      <a:pt x="56" y="121"/>
                    </a:cubicBezTo>
                    <a:lnTo>
                      <a:pt x="2032" y="121"/>
                    </a:lnTo>
                    <a:cubicBezTo>
                      <a:pt x="2069" y="121"/>
                      <a:pt x="2087" y="93"/>
                      <a:pt x="2087" y="56"/>
                    </a:cubicBezTo>
                    <a:cubicBezTo>
                      <a:pt x="2087" y="28"/>
                      <a:pt x="2069" y="1"/>
                      <a:pt x="203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35" name="Google Shape;335;p19"/>
              <p:cNvSpPr/>
              <p:nvPr/>
            </p:nvSpPr>
            <p:spPr>
              <a:xfrm>
                <a:off x="7409750" y="2412375"/>
                <a:ext cx="62875" cy="3050"/>
              </a:xfrm>
              <a:custGeom>
                <a:avLst/>
                <a:gdLst/>
                <a:ahLst/>
                <a:cxnLst/>
                <a:rect l="l" t="t" r="r" b="b"/>
                <a:pathLst>
                  <a:path w="2515" h="122" extrusionOk="0">
                    <a:moveTo>
                      <a:pt x="65" y="1"/>
                    </a:moveTo>
                    <a:cubicBezTo>
                      <a:pt x="28" y="1"/>
                      <a:pt x="0" y="28"/>
                      <a:pt x="0" y="56"/>
                    </a:cubicBezTo>
                    <a:cubicBezTo>
                      <a:pt x="0" y="93"/>
                      <a:pt x="28" y="121"/>
                      <a:pt x="65" y="121"/>
                    </a:cubicBezTo>
                    <a:lnTo>
                      <a:pt x="2458" y="121"/>
                    </a:lnTo>
                    <a:cubicBezTo>
                      <a:pt x="2486" y="121"/>
                      <a:pt x="2514" y="93"/>
                      <a:pt x="2514" y="56"/>
                    </a:cubicBezTo>
                    <a:cubicBezTo>
                      <a:pt x="2514" y="28"/>
                      <a:pt x="2486" y="1"/>
                      <a:pt x="245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36" name="Google Shape;336;p19"/>
              <p:cNvSpPr/>
              <p:nvPr/>
            </p:nvSpPr>
            <p:spPr>
              <a:xfrm>
                <a:off x="7340175" y="2477075"/>
                <a:ext cx="93025" cy="2825"/>
              </a:xfrm>
              <a:custGeom>
                <a:avLst/>
                <a:gdLst/>
                <a:ahLst/>
                <a:cxnLst/>
                <a:rect l="l" t="t" r="r" b="b"/>
                <a:pathLst>
                  <a:path w="3721" h="113" extrusionOk="0">
                    <a:moveTo>
                      <a:pt x="56" y="1"/>
                    </a:moveTo>
                    <a:cubicBezTo>
                      <a:pt x="28" y="1"/>
                      <a:pt x="0" y="29"/>
                      <a:pt x="0" y="56"/>
                    </a:cubicBezTo>
                    <a:cubicBezTo>
                      <a:pt x="0" y="93"/>
                      <a:pt x="28" y="112"/>
                      <a:pt x="56" y="112"/>
                    </a:cubicBezTo>
                    <a:lnTo>
                      <a:pt x="3655" y="112"/>
                    </a:lnTo>
                    <a:cubicBezTo>
                      <a:pt x="3692" y="112"/>
                      <a:pt x="3720" y="93"/>
                      <a:pt x="3720" y="56"/>
                    </a:cubicBezTo>
                    <a:cubicBezTo>
                      <a:pt x="3720" y="29"/>
                      <a:pt x="3692" y="1"/>
                      <a:pt x="3655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37" name="Google Shape;337;p19"/>
              <p:cNvSpPr/>
              <p:nvPr/>
            </p:nvSpPr>
            <p:spPr>
              <a:xfrm>
                <a:off x="7340175" y="2434875"/>
                <a:ext cx="144500" cy="2800"/>
              </a:xfrm>
              <a:custGeom>
                <a:avLst/>
                <a:gdLst/>
                <a:ahLst/>
                <a:cxnLst/>
                <a:rect l="l" t="t" r="r" b="b"/>
                <a:pathLst>
                  <a:path w="5780" h="112" extrusionOk="0">
                    <a:moveTo>
                      <a:pt x="56" y="0"/>
                    </a:moveTo>
                    <a:cubicBezTo>
                      <a:pt x="28" y="0"/>
                      <a:pt x="0" y="19"/>
                      <a:pt x="0" y="56"/>
                    </a:cubicBezTo>
                    <a:cubicBezTo>
                      <a:pt x="0" y="84"/>
                      <a:pt x="28" y="112"/>
                      <a:pt x="56" y="112"/>
                    </a:cubicBezTo>
                    <a:lnTo>
                      <a:pt x="5724" y="112"/>
                    </a:lnTo>
                    <a:cubicBezTo>
                      <a:pt x="5761" y="112"/>
                      <a:pt x="5779" y="84"/>
                      <a:pt x="5779" y="56"/>
                    </a:cubicBezTo>
                    <a:cubicBezTo>
                      <a:pt x="5779" y="19"/>
                      <a:pt x="5761" y="0"/>
                      <a:pt x="572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38" name="Google Shape;338;p19"/>
              <p:cNvSpPr/>
              <p:nvPr/>
            </p:nvSpPr>
            <p:spPr>
              <a:xfrm>
                <a:off x="7340175" y="2456200"/>
                <a:ext cx="47800" cy="2825"/>
              </a:xfrm>
              <a:custGeom>
                <a:avLst/>
                <a:gdLst/>
                <a:ahLst/>
                <a:cxnLst/>
                <a:rect l="l" t="t" r="r" b="b"/>
                <a:pathLst>
                  <a:path w="1912" h="113" extrusionOk="0">
                    <a:moveTo>
                      <a:pt x="56" y="1"/>
                    </a:moveTo>
                    <a:cubicBezTo>
                      <a:pt x="28" y="1"/>
                      <a:pt x="0" y="19"/>
                      <a:pt x="0" y="56"/>
                    </a:cubicBezTo>
                    <a:cubicBezTo>
                      <a:pt x="0" y="84"/>
                      <a:pt x="28" y="112"/>
                      <a:pt x="56" y="112"/>
                    </a:cubicBezTo>
                    <a:lnTo>
                      <a:pt x="1855" y="112"/>
                    </a:lnTo>
                    <a:cubicBezTo>
                      <a:pt x="1883" y="112"/>
                      <a:pt x="1911" y="84"/>
                      <a:pt x="1911" y="56"/>
                    </a:cubicBezTo>
                    <a:cubicBezTo>
                      <a:pt x="1911" y="19"/>
                      <a:pt x="1883" y="1"/>
                      <a:pt x="185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39" name="Google Shape;339;p19"/>
              <p:cNvSpPr/>
              <p:nvPr/>
            </p:nvSpPr>
            <p:spPr>
              <a:xfrm>
                <a:off x="7398850" y="2456200"/>
                <a:ext cx="84675" cy="2825"/>
              </a:xfrm>
              <a:custGeom>
                <a:avLst/>
                <a:gdLst/>
                <a:ahLst/>
                <a:cxnLst/>
                <a:rect l="l" t="t" r="r" b="b"/>
                <a:pathLst>
                  <a:path w="3387" h="113" extrusionOk="0">
                    <a:moveTo>
                      <a:pt x="56" y="1"/>
                    </a:moveTo>
                    <a:cubicBezTo>
                      <a:pt x="28" y="1"/>
                      <a:pt x="0" y="19"/>
                      <a:pt x="0" y="56"/>
                    </a:cubicBezTo>
                    <a:cubicBezTo>
                      <a:pt x="0" y="84"/>
                      <a:pt x="28" y="112"/>
                      <a:pt x="56" y="112"/>
                    </a:cubicBezTo>
                    <a:lnTo>
                      <a:pt x="3330" y="112"/>
                    </a:lnTo>
                    <a:cubicBezTo>
                      <a:pt x="3358" y="112"/>
                      <a:pt x="3386" y="84"/>
                      <a:pt x="3386" y="56"/>
                    </a:cubicBezTo>
                    <a:cubicBezTo>
                      <a:pt x="3386" y="19"/>
                      <a:pt x="3358" y="1"/>
                      <a:pt x="333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40" name="Google Shape;340;p19"/>
              <p:cNvSpPr/>
              <p:nvPr/>
            </p:nvSpPr>
            <p:spPr>
              <a:xfrm>
                <a:off x="7414375" y="2425125"/>
                <a:ext cx="500" cy="8850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4" extrusionOk="0">
                    <a:moveTo>
                      <a:pt x="19" y="353"/>
                    </a:moveTo>
                    <a:cubicBezTo>
                      <a:pt x="19" y="233"/>
                      <a:pt x="19" y="121"/>
                      <a:pt x="1" y="1"/>
                    </a:cubicBezTo>
                    <a:lnTo>
                      <a:pt x="1" y="1"/>
                    </a:lnTo>
                    <a:lnTo>
                      <a:pt x="1" y="1"/>
                    </a:lnTo>
                    <a:cubicBezTo>
                      <a:pt x="19" y="121"/>
                      <a:pt x="19" y="233"/>
                      <a:pt x="19" y="35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41" name="Google Shape;341;p19"/>
              <p:cNvSpPr/>
              <p:nvPr/>
            </p:nvSpPr>
            <p:spPr>
              <a:xfrm>
                <a:off x="7106150" y="2233800"/>
                <a:ext cx="232650" cy="165625"/>
              </a:xfrm>
              <a:custGeom>
                <a:avLst/>
                <a:gdLst/>
                <a:ahLst/>
                <a:cxnLst/>
                <a:rect l="l" t="t" r="r" b="b"/>
                <a:pathLst>
                  <a:path w="9306" h="6625" extrusionOk="0">
                    <a:moveTo>
                      <a:pt x="168" y="1"/>
                    </a:moveTo>
                    <a:cubicBezTo>
                      <a:pt x="75" y="1"/>
                      <a:pt x="1" y="75"/>
                      <a:pt x="1" y="168"/>
                    </a:cubicBezTo>
                    <a:lnTo>
                      <a:pt x="1" y="6457"/>
                    </a:lnTo>
                    <a:cubicBezTo>
                      <a:pt x="1" y="6550"/>
                      <a:pt x="75" y="6624"/>
                      <a:pt x="168" y="6624"/>
                    </a:cubicBezTo>
                    <a:lnTo>
                      <a:pt x="9129" y="6624"/>
                    </a:lnTo>
                    <a:cubicBezTo>
                      <a:pt x="9222" y="6624"/>
                      <a:pt x="9305" y="6550"/>
                      <a:pt x="9305" y="6457"/>
                    </a:cubicBezTo>
                    <a:lnTo>
                      <a:pt x="9305" y="168"/>
                    </a:lnTo>
                    <a:cubicBezTo>
                      <a:pt x="9305" y="75"/>
                      <a:pt x="9222" y="1"/>
                      <a:pt x="912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42" name="Google Shape;342;p19"/>
              <p:cNvSpPr/>
              <p:nvPr/>
            </p:nvSpPr>
            <p:spPr>
              <a:xfrm>
                <a:off x="7104525" y="2232175"/>
                <a:ext cx="235675" cy="168850"/>
              </a:xfrm>
              <a:custGeom>
                <a:avLst/>
                <a:gdLst/>
                <a:ahLst/>
                <a:cxnLst/>
                <a:rect l="l" t="t" r="r" b="b"/>
                <a:pathLst>
                  <a:path w="9427" h="6754" extrusionOk="0">
                    <a:moveTo>
                      <a:pt x="9194" y="121"/>
                    </a:moveTo>
                    <a:cubicBezTo>
                      <a:pt x="9259" y="121"/>
                      <a:pt x="9305" y="177"/>
                      <a:pt x="9305" y="233"/>
                    </a:cubicBezTo>
                    <a:lnTo>
                      <a:pt x="9305" y="6522"/>
                    </a:lnTo>
                    <a:cubicBezTo>
                      <a:pt x="9305" y="6587"/>
                      <a:pt x="9259" y="6633"/>
                      <a:pt x="9194" y="6633"/>
                    </a:cubicBezTo>
                    <a:lnTo>
                      <a:pt x="233" y="6633"/>
                    </a:lnTo>
                    <a:cubicBezTo>
                      <a:pt x="168" y="6633"/>
                      <a:pt x="122" y="6587"/>
                      <a:pt x="122" y="6522"/>
                    </a:cubicBezTo>
                    <a:lnTo>
                      <a:pt x="122" y="233"/>
                    </a:lnTo>
                    <a:cubicBezTo>
                      <a:pt x="122" y="177"/>
                      <a:pt x="177" y="121"/>
                      <a:pt x="233" y="121"/>
                    </a:cubicBezTo>
                    <a:close/>
                    <a:moveTo>
                      <a:pt x="233" y="1"/>
                    </a:moveTo>
                    <a:cubicBezTo>
                      <a:pt x="103" y="1"/>
                      <a:pt x="1" y="112"/>
                      <a:pt x="1" y="233"/>
                    </a:cubicBezTo>
                    <a:lnTo>
                      <a:pt x="1" y="6522"/>
                    </a:lnTo>
                    <a:cubicBezTo>
                      <a:pt x="1" y="6652"/>
                      <a:pt x="103" y="6754"/>
                      <a:pt x="233" y="6754"/>
                    </a:cubicBezTo>
                    <a:lnTo>
                      <a:pt x="9194" y="6754"/>
                    </a:lnTo>
                    <a:cubicBezTo>
                      <a:pt x="9324" y="6754"/>
                      <a:pt x="9426" y="6652"/>
                      <a:pt x="9426" y="6522"/>
                    </a:cubicBezTo>
                    <a:lnTo>
                      <a:pt x="9426" y="233"/>
                    </a:lnTo>
                    <a:cubicBezTo>
                      <a:pt x="9426" y="112"/>
                      <a:pt x="9324" y="1"/>
                      <a:pt x="919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43" name="Google Shape;343;p19"/>
              <p:cNvSpPr/>
              <p:nvPr/>
            </p:nvSpPr>
            <p:spPr>
              <a:xfrm>
                <a:off x="7119150" y="2221275"/>
                <a:ext cx="232625" cy="27850"/>
              </a:xfrm>
              <a:custGeom>
                <a:avLst/>
                <a:gdLst/>
                <a:ahLst/>
                <a:cxnLst/>
                <a:rect l="l" t="t" r="r" b="b"/>
                <a:pathLst>
                  <a:path w="9305" h="1114" extrusionOk="0">
                    <a:moveTo>
                      <a:pt x="204" y="1"/>
                    </a:moveTo>
                    <a:cubicBezTo>
                      <a:pt x="93" y="1"/>
                      <a:pt x="0" y="93"/>
                      <a:pt x="0" y="205"/>
                    </a:cubicBezTo>
                    <a:lnTo>
                      <a:pt x="0" y="1114"/>
                    </a:lnTo>
                    <a:lnTo>
                      <a:pt x="9305" y="1114"/>
                    </a:lnTo>
                    <a:lnTo>
                      <a:pt x="9305" y="260"/>
                    </a:lnTo>
                    <a:cubicBezTo>
                      <a:pt x="9305" y="112"/>
                      <a:pt x="9184" y="1"/>
                      <a:pt x="903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44" name="Google Shape;344;p19"/>
              <p:cNvSpPr/>
              <p:nvPr/>
            </p:nvSpPr>
            <p:spPr>
              <a:xfrm>
                <a:off x="7117750" y="2219650"/>
                <a:ext cx="235425" cy="30875"/>
              </a:xfrm>
              <a:custGeom>
                <a:avLst/>
                <a:gdLst/>
                <a:ahLst/>
                <a:cxnLst/>
                <a:rect l="l" t="t" r="r" b="b"/>
                <a:pathLst>
                  <a:path w="9417" h="1235" extrusionOk="0">
                    <a:moveTo>
                      <a:pt x="9092" y="121"/>
                    </a:moveTo>
                    <a:cubicBezTo>
                      <a:pt x="9203" y="121"/>
                      <a:pt x="9296" y="214"/>
                      <a:pt x="9296" y="325"/>
                    </a:cubicBezTo>
                    <a:lnTo>
                      <a:pt x="9296" y="1123"/>
                    </a:lnTo>
                    <a:lnTo>
                      <a:pt x="112" y="1123"/>
                    </a:lnTo>
                    <a:lnTo>
                      <a:pt x="112" y="270"/>
                    </a:lnTo>
                    <a:cubicBezTo>
                      <a:pt x="112" y="186"/>
                      <a:pt x="177" y="121"/>
                      <a:pt x="260" y="121"/>
                    </a:cubicBezTo>
                    <a:close/>
                    <a:moveTo>
                      <a:pt x="260" y="1"/>
                    </a:moveTo>
                    <a:cubicBezTo>
                      <a:pt x="112" y="1"/>
                      <a:pt x="1" y="121"/>
                      <a:pt x="1" y="270"/>
                    </a:cubicBezTo>
                    <a:lnTo>
                      <a:pt x="1" y="1234"/>
                    </a:lnTo>
                    <a:lnTo>
                      <a:pt x="9417" y="1234"/>
                    </a:lnTo>
                    <a:lnTo>
                      <a:pt x="9417" y="325"/>
                    </a:lnTo>
                    <a:cubicBezTo>
                      <a:pt x="9417" y="149"/>
                      <a:pt x="9268" y="1"/>
                      <a:pt x="909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45" name="Google Shape;345;p19"/>
              <p:cNvSpPr/>
              <p:nvPr/>
            </p:nvSpPr>
            <p:spPr>
              <a:xfrm>
                <a:off x="7143950" y="2229150"/>
                <a:ext cx="11400" cy="11400"/>
              </a:xfrm>
              <a:custGeom>
                <a:avLst/>
                <a:gdLst/>
                <a:ahLst/>
                <a:cxnLst/>
                <a:rect l="l" t="t" r="r" b="b"/>
                <a:pathLst>
                  <a:path w="456" h="456" extrusionOk="0">
                    <a:moveTo>
                      <a:pt x="233" y="112"/>
                    </a:moveTo>
                    <a:cubicBezTo>
                      <a:pt x="289" y="112"/>
                      <a:pt x="344" y="168"/>
                      <a:pt x="344" y="224"/>
                    </a:cubicBezTo>
                    <a:cubicBezTo>
                      <a:pt x="344" y="289"/>
                      <a:pt x="289" y="344"/>
                      <a:pt x="233" y="344"/>
                    </a:cubicBezTo>
                    <a:cubicBezTo>
                      <a:pt x="168" y="344"/>
                      <a:pt x="112" y="289"/>
                      <a:pt x="112" y="224"/>
                    </a:cubicBezTo>
                    <a:cubicBezTo>
                      <a:pt x="112" y="168"/>
                      <a:pt x="168" y="112"/>
                      <a:pt x="233" y="112"/>
                    </a:cubicBezTo>
                    <a:close/>
                    <a:moveTo>
                      <a:pt x="233" y="1"/>
                    </a:moveTo>
                    <a:cubicBezTo>
                      <a:pt x="103" y="1"/>
                      <a:pt x="1" y="103"/>
                      <a:pt x="1" y="233"/>
                    </a:cubicBezTo>
                    <a:cubicBezTo>
                      <a:pt x="1" y="354"/>
                      <a:pt x="103" y="456"/>
                      <a:pt x="233" y="456"/>
                    </a:cubicBezTo>
                    <a:cubicBezTo>
                      <a:pt x="353" y="456"/>
                      <a:pt x="456" y="354"/>
                      <a:pt x="456" y="233"/>
                    </a:cubicBezTo>
                    <a:cubicBezTo>
                      <a:pt x="456" y="103"/>
                      <a:pt x="353" y="1"/>
                      <a:pt x="23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46" name="Google Shape;346;p19"/>
              <p:cNvSpPr/>
              <p:nvPr/>
            </p:nvSpPr>
            <p:spPr>
              <a:xfrm>
                <a:off x="7160650" y="2229150"/>
                <a:ext cx="11625" cy="11400"/>
              </a:xfrm>
              <a:custGeom>
                <a:avLst/>
                <a:gdLst/>
                <a:ahLst/>
                <a:cxnLst/>
                <a:rect l="l" t="t" r="r" b="b"/>
                <a:pathLst>
                  <a:path w="465" h="456" extrusionOk="0">
                    <a:moveTo>
                      <a:pt x="233" y="112"/>
                    </a:moveTo>
                    <a:cubicBezTo>
                      <a:pt x="298" y="112"/>
                      <a:pt x="344" y="168"/>
                      <a:pt x="344" y="224"/>
                    </a:cubicBezTo>
                    <a:cubicBezTo>
                      <a:pt x="344" y="289"/>
                      <a:pt x="298" y="344"/>
                      <a:pt x="233" y="344"/>
                    </a:cubicBezTo>
                    <a:cubicBezTo>
                      <a:pt x="168" y="344"/>
                      <a:pt x="122" y="289"/>
                      <a:pt x="122" y="224"/>
                    </a:cubicBezTo>
                    <a:cubicBezTo>
                      <a:pt x="122" y="168"/>
                      <a:pt x="168" y="112"/>
                      <a:pt x="233" y="112"/>
                    </a:cubicBezTo>
                    <a:close/>
                    <a:moveTo>
                      <a:pt x="233" y="1"/>
                    </a:moveTo>
                    <a:cubicBezTo>
                      <a:pt x="103" y="1"/>
                      <a:pt x="1" y="103"/>
                      <a:pt x="1" y="233"/>
                    </a:cubicBezTo>
                    <a:cubicBezTo>
                      <a:pt x="1" y="354"/>
                      <a:pt x="103" y="456"/>
                      <a:pt x="233" y="456"/>
                    </a:cubicBezTo>
                    <a:cubicBezTo>
                      <a:pt x="363" y="456"/>
                      <a:pt x="465" y="354"/>
                      <a:pt x="465" y="233"/>
                    </a:cubicBezTo>
                    <a:cubicBezTo>
                      <a:pt x="465" y="103"/>
                      <a:pt x="353" y="1"/>
                      <a:pt x="23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47" name="Google Shape;347;p19"/>
              <p:cNvSpPr/>
              <p:nvPr/>
            </p:nvSpPr>
            <p:spPr>
              <a:xfrm>
                <a:off x="7127275" y="2229150"/>
                <a:ext cx="11600" cy="11400"/>
              </a:xfrm>
              <a:custGeom>
                <a:avLst/>
                <a:gdLst/>
                <a:ahLst/>
                <a:cxnLst/>
                <a:rect l="l" t="t" r="r" b="b"/>
                <a:pathLst>
                  <a:path w="464" h="456" extrusionOk="0">
                    <a:moveTo>
                      <a:pt x="232" y="112"/>
                    </a:moveTo>
                    <a:cubicBezTo>
                      <a:pt x="297" y="112"/>
                      <a:pt x="343" y="168"/>
                      <a:pt x="343" y="224"/>
                    </a:cubicBezTo>
                    <a:cubicBezTo>
                      <a:pt x="343" y="289"/>
                      <a:pt x="297" y="344"/>
                      <a:pt x="232" y="344"/>
                    </a:cubicBezTo>
                    <a:cubicBezTo>
                      <a:pt x="167" y="344"/>
                      <a:pt x="121" y="289"/>
                      <a:pt x="121" y="224"/>
                    </a:cubicBezTo>
                    <a:cubicBezTo>
                      <a:pt x="121" y="168"/>
                      <a:pt x="167" y="112"/>
                      <a:pt x="232" y="112"/>
                    </a:cubicBezTo>
                    <a:close/>
                    <a:moveTo>
                      <a:pt x="232" y="1"/>
                    </a:moveTo>
                    <a:cubicBezTo>
                      <a:pt x="102" y="1"/>
                      <a:pt x="0" y="103"/>
                      <a:pt x="0" y="233"/>
                    </a:cubicBezTo>
                    <a:cubicBezTo>
                      <a:pt x="0" y="354"/>
                      <a:pt x="102" y="456"/>
                      <a:pt x="232" y="456"/>
                    </a:cubicBezTo>
                    <a:cubicBezTo>
                      <a:pt x="362" y="456"/>
                      <a:pt x="464" y="354"/>
                      <a:pt x="464" y="233"/>
                    </a:cubicBezTo>
                    <a:cubicBezTo>
                      <a:pt x="464" y="103"/>
                      <a:pt x="362" y="1"/>
                      <a:pt x="23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48" name="Google Shape;348;p19"/>
              <p:cNvSpPr/>
              <p:nvPr/>
            </p:nvSpPr>
            <p:spPr>
              <a:xfrm>
                <a:off x="7118925" y="2249100"/>
                <a:ext cx="232625" cy="136625"/>
              </a:xfrm>
              <a:custGeom>
                <a:avLst/>
                <a:gdLst/>
                <a:ahLst/>
                <a:cxnLst/>
                <a:rect l="l" t="t" r="r" b="b"/>
                <a:pathLst>
                  <a:path w="9305" h="5465" extrusionOk="0">
                    <a:moveTo>
                      <a:pt x="37" y="1"/>
                    </a:moveTo>
                    <a:cubicBezTo>
                      <a:pt x="19" y="1"/>
                      <a:pt x="0" y="19"/>
                      <a:pt x="0" y="29"/>
                    </a:cubicBezTo>
                    <a:lnTo>
                      <a:pt x="0" y="5437"/>
                    </a:lnTo>
                    <a:cubicBezTo>
                      <a:pt x="0" y="5455"/>
                      <a:pt x="19" y="5465"/>
                      <a:pt x="37" y="5465"/>
                    </a:cubicBezTo>
                    <a:lnTo>
                      <a:pt x="9277" y="5465"/>
                    </a:lnTo>
                    <a:cubicBezTo>
                      <a:pt x="9295" y="5465"/>
                      <a:pt x="9305" y="5455"/>
                      <a:pt x="9305" y="5437"/>
                    </a:cubicBezTo>
                    <a:lnTo>
                      <a:pt x="9305" y="29"/>
                    </a:lnTo>
                    <a:cubicBezTo>
                      <a:pt x="9305" y="19"/>
                      <a:pt x="9295" y="1"/>
                      <a:pt x="927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49" name="Google Shape;349;p19"/>
              <p:cNvSpPr/>
              <p:nvPr/>
            </p:nvSpPr>
            <p:spPr>
              <a:xfrm>
                <a:off x="7117525" y="2247725"/>
                <a:ext cx="235650" cy="139625"/>
              </a:xfrm>
              <a:custGeom>
                <a:avLst/>
                <a:gdLst/>
                <a:ahLst/>
                <a:cxnLst/>
                <a:rect l="l" t="t" r="r" b="b"/>
                <a:pathLst>
                  <a:path w="9426" h="5585" extrusionOk="0">
                    <a:moveTo>
                      <a:pt x="9305" y="111"/>
                    </a:moveTo>
                    <a:lnTo>
                      <a:pt x="9305" y="5464"/>
                    </a:lnTo>
                    <a:lnTo>
                      <a:pt x="121" y="5464"/>
                    </a:lnTo>
                    <a:lnTo>
                      <a:pt x="121" y="111"/>
                    </a:lnTo>
                    <a:close/>
                    <a:moveTo>
                      <a:pt x="93" y="0"/>
                    </a:moveTo>
                    <a:cubicBezTo>
                      <a:pt x="38" y="0"/>
                      <a:pt x="0" y="37"/>
                      <a:pt x="0" y="84"/>
                    </a:cubicBezTo>
                    <a:lnTo>
                      <a:pt x="0" y="5492"/>
                    </a:lnTo>
                    <a:cubicBezTo>
                      <a:pt x="0" y="5538"/>
                      <a:pt x="38" y="5585"/>
                      <a:pt x="93" y="5585"/>
                    </a:cubicBezTo>
                    <a:lnTo>
                      <a:pt x="9333" y="5585"/>
                    </a:lnTo>
                    <a:cubicBezTo>
                      <a:pt x="9379" y="5585"/>
                      <a:pt x="9426" y="5538"/>
                      <a:pt x="9426" y="5492"/>
                    </a:cubicBezTo>
                    <a:lnTo>
                      <a:pt x="9426" y="84"/>
                    </a:lnTo>
                    <a:cubicBezTo>
                      <a:pt x="9426" y="37"/>
                      <a:pt x="9379" y="0"/>
                      <a:pt x="933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50" name="Google Shape;350;p19"/>
              <p:cNvSpPr/>
              <p:nvPr/>
            </p:nvSpPr>
            <p:spPr>
              <a:xfrm>
                <a:off x="7224200" y="2280875"/>
                <a:ext cx="98600" cy="2825"/>
              </a:xfrm>
              <a:custGeom>
                <a:avLst/>
                <a:gdLst/>
                <a:ahLst/>
                <a:cxnLst/>
                <a:rect l="l" t="t" r="r" b="b"/>
                <a:pathLst>
                  <a:path w="3944" h="113" extrusionOk="0">
                    <a:moveTo>
                      <a:pt x="56" y="1"/>
                    </a:moveTo>
                    <a:cubicBezTo>
                      <a:pt x="19" y="1"/>
                      <a:pt x="1" y="19"/>
                      <a:pt x="1" y="56"/>
                    </a:cubicBezTo>
                    <a:cubicBezTo>
                      <a:pt x="1" y="84"/>
                      <a:pt x="19" y="112"/>
                      <a:pt x="56" y="112"/>
                    </a:cubicBezTo>
                    <a:lnTo>
                      <a:pt x="3888" y="112"/>
                    </a:lnTo>
                    <a:cubicBezTo>
                      <a:pt x="3915" y="112"/>
                      <a:pt x="3943" y="84"/>
                      <a:pt x="3943" y="56"/>
                    </a:cubicBezTo>
                    <a:cubicBezTo>
                      <a:pt x="3943" y="19"/>
                      <a:pt x="3915" y="1"/>
                      <a:pt x="388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51" name="Google Shape;351;p19"/>
              <p:cNvSpPr/>
              <p:nvPr/>
            </p:nvSpPr>
            <p:spPr>
              <a:xfrm>
                <a:off x="7224200" y="2296650"/>
                <a:ext cx="36450" cy="3050"/>
              </a:xfrm>
              <a:custGeom>
                <a:avLst/>
                <a:gdLst/>
                <a:ahLst/>
                <a:cxnLst/>
                <a:rect l="l" t="t" r="r" b="b"/>
                <a:pathLst>
                  <a:path w="1458" h="122" extrusionOk="0">
                    <a:moveTo>
                      <a:pt x="56" y="0"/>
                    </a:moveTo>
                    <a:cubicBezTo>
                      <a:pt x="19" y="0"/>
                      <a:pt x="1" y="28"/>
                      <a:pt x="1" y="56"/>
                    </a:cubicBezTo>
                    <a:cubicBezTo>
                      <a:pt x="1" y="93"/>
                      <a:pt x="19" y="121"/>
                      <a:pt x="56" y="121"/>
                    </a:cubicBezTo>
                    <a:lnTo>
                      <a:pt x="1401" y="121"/>
                    </a:lnTo>
                    <a:cubicBezTo>
                      <a:pt x="1429" y="121"/>
                      <a:pt x="1457" y="93"/>
                      <a:pt x="1457" y="56"/>
                    </a:cubicBezTo>
                    <a:cubicBezTo>
                      <a:pt x="1457" y="28"/>
                      <a:pt x="1429" y="0"/>
                      <a:pt x="140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52" name="Google Shape;352;p19"/>
              <p:cNvSpPr/>
              <p:nvPr/>
            </p:nvSpPr>
            <p:spPr>
              <a:xfrm>
                <a:off x="7271525" y="2296650"/>
                <a:ext cx="43850" cy="3050"/>
              </a:xfrm>
              <a:custGeom>
                <a:avLst/>
                <a:gdLst/>
                <a:ahLst/>
                <a:cxnLst/>
                <a:rect l="l" t="t" r="r" b="b"/>
                <a:pathLst>
                  <a:path w="1754" h="122" extrusionOk="0">
                    <a:moveTo>
                      <a:pt x="65" y="0"/>
                    </a:moveTo>
                    <a:cubicBezTo>
                      <a:pt x="28" y="0"/>
                      <a:pt x="0" y="28"/>
                      <a:pt x="0" y="56"/>
                    </a:cubicBezTo>
                    <a:cubicBezTo>
                      <a:pt x="0" y="93"/>
                      <a:pt x="28" y="121"/>
                      <a:pt x="65" y="121"/>
                    </a:cubicBezTo>
                    <a:lnTo>
                      <a:pt x="1698" y="121"/>
                    </a:lnTo>
                    <a:cubicBezTo>
                      <a:pt x="1726" y="121"/>
                      <a:pt x="1753" y="93"/>
                      <a:pt x="1753" y="56"/>
                    </a:cubicBezTo>
                    <a:cubicBezTo>
                      <a:pt x="1753" y="28"/>
                      <a:pt x="1726" y="0"/>
                      <a:pt x="169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53" name="Google Shape;353;p19"/>
              <p:cNvSpPr/>
              <p:nvPr/>
            </p:nvSpPr>
            <p:spPr>
              <a:xfrm>
                <a:off x="7224200" y="2344900"/>
                <a:ext cx="64275" cy="2800"/>
              </a:xfrm>
              <a:custGeom>
                <a:avLst/>
                <a:gdLst/>
                <a:ahLst/>
                <a:cxnLst/>
                <a:rect l="l" t="t" r="r" b="b"/>
                <a:pathLst>
                  <a:path w="2571" h="112" extrusionOk="0">
                    <a:moveTo>
                      <a:pt x="56" y="0"/>
                    </a:moveTo>
                    <a:cubicBezTo>
                      <a:pt x="19" y="0"/>
                      <a:pt x="1" y="19"/>
                      <a:pt x="1" y="56"/>
                    </a:cubicBezTo>
                    <a:cubicBezTo>
                      <a:pt x="1" y="84"/>
                      <a:pt x="19" y="111"/>
                      <a:pt x="56" y="111"/>
                    </a:cubicBezTo>
                    <a:lnTo>
                      <a:pt x="2515" y="111"/>
                    </a:lnTo>
                    <a:cubicBezTo>
                      <a:pt x="2543" y="111"/>
                      <a:pt x="2570" y="84"/>
                      <a:pt x="2570" y="56"/>
                    </a:cubicBezTo>
                    <a:cubicBezTo>
                      <a:pt x="2570" y="19"/>
                      <a:pt x="2543" y="0"/>
                      <a:pt x="251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54" name="Google Shape;354;p19"/>
              <p:cNvSpPr/>
              <p:nvPr/>
            </p:nvSpPr>
            <p:spPr>
              <a:xfrm>
                <a:off x="7224200" y="2313350"/>
                <a:ext cx="99525" cy="2800"/>
              </a:xfrm>
              <a:custGeom>
                <a:avLst/>
                <a:gdLst/>
                <a:ahLst/>
                <a:cxnLst/>
                <a:rect l="l" t="t" r="r" b="b"/>
                <a:pathLst>
                  <a:path w="3981" h="112" extrusionOk="0">
                    <a:moveTo>
                      <a:pt x="56" y="0"/>
                    </a:moveTo>
                    <a:cubicBezTo>
                      <a:pt x="19" y="0"/>
                      <a:pt x="1" y="28"/>
                      <a:pt x="1" y="56"/>
                    </a:cubicBezTo>
                    <a:cubicBezTo>
                      <a:pt x="1" y="93"/>
                      <a:pt x="19" y="112"/>
                      <a:pt x="56" y="112"/>
                    </a:cubicBezTo>
                    <a:lnTo>
                      <a:pt x="3925" y="112"/>
                    </a:lnTo>
                    <a:cubicBezTo>
                      <a:pt x="3953" y="112"/>
                      <a:pt x="3980" y="93"/>
                      <a:pt x="3980" y="56"/>
                    </a:cubicBezTo>
                    <a:cubicBezTo>
                      <a:pt x="3980" y="28"/>
                      <a:pt x="3953" y="0"/>
                      <a:pt x="392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55" name="Google Shape;355;p19"/>
              <p:cNvSpPr/>
              <p:nvPr/>
            </p:nvSpPr>
            <p:spPr>
              <a:xfrm>
                <a:off x="7224200" y="2329125"/>
                <a:ext cx="33425" cy="3025"/>
              </a:xfrm>
              <a:custGeom>
                <a:avLst/>
                <a:gdLst/>
                <a:ahLst/>
                <a:cxnLst/>
                <a:rect l="l" t="t" r="r" b="b"/>
                <a:pathLst>
                  <a:path w="1337" h="121" extrusionOk="0">
                    <a:moveTo>
                      <a:pt x="56" y="0"/>
                    </a:moveTo>
                    <a:cubicBezTo>
                      <a:pt x="19" y="0"/>
                      <a:pt x="1" y="28"/>
                      <a:pt x="1" y="65"/>
                    </a:cubicBezTo>
                    <a:cubicBezTo>
                      <a:pt x="1" y="93"/>
                      <a:pt x="19" y="121"/>
                      <a:pt x="56" y="121"/>
                    </a:cubicBezTo>
                    <a:lnTo>
                      <a:pt x="1281" y="121"/>
                    </a:lnTo>
                    <a:cubicBezTo>
                      <a:pt x="1309" y="121"/>
                      <a:pt x="1337" y="93"/>
                      <a:pt x="1337" y="65"/>
                    </a:cubicBezTo>
                    <a:cubicBezTo>
                      <a:pt x="1337" y="28"/>
                      <a:pt x="1309" y="0"/>
                      <a:pt x="128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56" name="Google Shape;356;p19"/>
              <p:cNvSpPr/>
              <p:nvPr/>
            </p:nvSpPr>
            <p:spPr>
              <a:xfrm>
                <a:off x="7264100" y="2329125"/>
                <a:ext cx="58700" cy="3025"/>
              </a:xfrm>
              <a:custGeom>
                <a:avLst/>
                <a:gdLst/>
                <a:ahLst/>
                <a:cxnLst/>
                <a:rect l="l" t="t" r="r" b="b"/>
                <a:pathLst>
                  <a:path w="2348" h="121" extrusionOk="0">
                    <a:moveTo>
                      <a:pt x="56" y="0"/>
                    </a:moveTo>
                    <a:cubicBezTo>
                      <a:pt x="28" y="0"/>
                      <a:pt x="0" y="28"/>
                      <a:pt x="0" y="65"/>
                    </a:cubicBezTo>
                    <a:cubicBezTo>
                      <a:pt x="0" y="93"/>
                      <a:pt x="28" y="121"/>
                      <a:pt x="56" y="121"/>
                    </a:cubicBezTo>
                    <a:lnTo>
                      <a:pt x="2292" y="121"/>
                    </a:lnTo>
                    <a:cubicBezTo>
                      <a:pt x="2319" y="121"/>
                      <a:pt x="2347" y="93"/>
                      <a:pt x="2347" y="65"/>
                    </a:cubicBezTo>
                    <a:cubicBezTo>
                      <a:pt x="2347" y="28"/>
                      <a:pt x="2319" y="0"/>
                      <a:pt x="229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57" name="Google Shape;357;p19"/>
              <p:cNvSpPr/>
              <p:nvPr/>
            </p:nvSpPr>
            <p:spPr>
              <a:xfrm>
                <a:off x="7136550" y="2273925"/>
                <a:ext cx="70525" cy="70525"/>
              </a:xfrm>
              <a:custGeom>
                <a:avLst/>
                <a:gdLst/>
                <a:ahLst/>
                <a:cxnLst/>
                <a:rect l="l" t="t" r="r" b="b"/>
                <a:pathLst>
                  <a:path w="2821" h="2821" extrusionOk="0">
                    <a:moveTo>
                      <a:pt x="1410" y="0"/>
                    </a:moveTo>
                    <a:cubicBezTo>
                      <a:pt x="631" y="0"/>
                      <a:pt x="0" y="631"/>
                      <a:pt x="0" y="1410"/>
                    </a:cubicBezTo>
                    <a:cubicBezTo>
                      <a:pt x="0" y="2190"/>
                      <a:pt x="631" y="2820"/>
                      <a:pt x="1410" y="2820"/>
                    </a:cubicBezTo>
                    <a:cubicBezTo>
                      <a:pt x="2189" y="2820"/>
                      <a:pt x="2820" y="2190"/>
                      <a:pt x="2820" y="1410"/>
                    </a:cubicBezTo>
                    <a:lnTo>
                      <a:pt x="1410" y="1410"/>
                    </a:lnTo>
                    <a:lnTo>
                      <a:pt x="141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58" name="Google Shape;358;p19"/>
              <p:cNvSpPr/>
              <p:nvPr/>
            </p:nvSpPr>
            <p:spPr>
              <a:xfrm>
                <a:off x="7135150" y="2272525"/>
                <a:ext cx="73300" cy="73550"/>
              </a:xfrm>
              <a:custGeom>
                <a:avLst/>
                <a:gdLst/>
                <a:ahLst/>
                <a:cxnLst/>
                <a:rect l="l" t="t" r="r" b="b"/>
                <a:pathLst>
                  <a:path w="2932" h="2942" extrusionOk="0">
                    <a:moveTo>
                      <a:pt x="1411" y="121"/>
                    </a:moveTo>
                    <a:lnTo>
                      <a:pt x="1411" y="1466"/>
                    </a:lnTo>
                    <a:cubicBezTo>
                      <a:pt x="1411" y="1504"/>
                      <a:pt x="1438" y="1531"/>
                      <a:pt x="1466" y="1531"/>
                    </a:cubicBezTo>
                    <a:lnTo>
                      <a:pt x="2821" y="1531"/>
                    </a:lnTo>
                    <a:cubicBezTo>
                      <a:pt x="2783" y="2246"/>
                      <a:pt x="2190" y="2821"/>
                      <a:pt x="1466" y="2821"/>
                    </a:cubicBezTo>
                    <a:cubicBezTo>
                      <a:pt x="724" y="2821"/>
                      <a:pt x="112" y="2218"/>
                      <a:pt x="112" y="1466"/>
                    </a:cubicBezTo>
                    <a:cubicBezTo>
                      <a:pt x="112" y="743"/>
                      <a:pt x="687" y="149"/>
                      <a:pt x="1411" y="121"/>
                    </a:cubicBezTo>
                    <a:close/>
                    <a:moveTo>
                      <a:pt x="1466" y="1"/>
                    </a:moveTo>
                    <a:cubicBezTo>
                      <a:pt x="659" y="1"/>
                      <a:pt x="0" y="659"/>
                      <a:pt x="0" y="1476"/>
                    </a:cubicBezTo>
                    <a:cubicBezTo>
                      <a:pt x="0" y="2283"/>
                      <a:pt x="659" y="2941"/>
                      <a:pt x="1466" y="2941"/>
                    </a:cubicBezTo>
                    <a:cubicBezTo>
                      <a:pt x="2273" y="2941"/>
                      <a:pt x="2932" y="2283"/>
                      <a:pt x="2932" y="1476"/>
                    </a:cubicBezTo>
                    <a:cubicBezTo>
                      <a:pt x="2932" y="1439"/>
                      <a:pt x="2913" y="1411"/>
                      <a:pt x="2876" y="1411"/>
                    </a:cubicBezTo>
                    <a:lnTo>
                      <a:pt x="1522" y="1411"/>
                    </a:lnTo>
                    <a:lnTo>
                      <a:pt x="1522" y="56"/>
                    </a:lnTo>
                    <a:cubicBezTo>
                      <a:pt x="1522" y="29"/>
                      <a:pt x="1503" y="1"/>
                      <a:pt x="146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59" name="Google Shape;359;p19"/>
              <p:cNvSpPr/>
              <p:nvPr/>
            </p:nvSpPr>
            <p:spPr>
              <a:xfrm>
                <a:off x="7133525" y="2274375"/>
                <a:ext cx="70525" cy="70550"/>
              </a:xfrm>
              <a:custGeom>
                <a:avLst/>
                <a:gdLst/>
                <a:ahLst/>
                <a:cxnLst/>
                <a:rect l="l" t="t" r="r" b="b"/>
                <a:pathLst>
                  <a:path w="2821" h="2822" extrusionOk="0">
                    <a:moveTo>
                      <a:pt x="1411" y="1"/>
                    </a:moveTo>
                    <a:cubicBezTo>
                      <a:pt x="631" y="1"/>
                      <a:pt x="1" y="632"/>
                      <a:pt x="1" y="1411"/>
                    </a:cubicBezTo>
                    <a:cubicBezTo>
                      <a:pt x="1" y="2190"/>
                      <a:pt x="631" y="2821"/>
                      <a:pt x="1411" y="2821"/>
                    </a:cubicBezTo>
                    <a:cubicBezTo>
                      <a:pt x="2190" y="2821"/>
                      <a:pt x="2821" y="2190"/>
                      <a:pt x="2821" y="1411"/>
                    </a:cubicBez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60" name="Google Shape;360;p19"/>
              <p:cNvSpPr/>
              <p:nvPr/>
            </p:nvSpPr>
            <p:spPr>
              <a:xfrm>
                <a:off x="7132125" y="2273000"/>
                <a:ext cx="73325" cy="73525"/>
              </a:xfrm>
              <a:custGeom>
                <a:avLst/>
                <a:gdLst/>
                <a:ahLst/>
                <a:cxnLst/>
                <a:rect l="l" t="t" r="r" b="b"/>
                <a:pathLst>
                  <a:path w="2933" h="2941" extrusionOk="0">
                    <a:moveTo>
                      <a:pt x="1411" y="121"/>
                    </a:moveTo>
                    <a:lnTo>
                      <a:pt x="1411" y="1531"/>
                    </a:lnTo>
                    <a:lnTo>
                      <a:pt x="2812" y="1531"/>
                    </a:lnTo>
                    <a:cubicBezTo>
                      <a:pt x="2784" y="2245"/>
                      <a:pt x="2190" y="2820"/>
                      <a:pt x="1467" y="2820"/>
                    </a:cubicBezTo>
                    <a:cubicBezTo>
                      <a:pt x="715" y="2820"/>
                      <a:pt x="112" y="2217"/>
                      <a:pt x="112" y="1466"/>
                    </a:cubicBezTo>
                    <a:cubicBezTo>
                      <a:pt x="112" y="742"/>
                      <a:pt x="687" y="149"/>
                      <a:pt x="1411" y="121"/>
                    </a:cubicBezTo>
                    <a:close/>
                    <a:moveTo>
                      <a:pt x="1467" y="0"/>
                    </a:moveTo>
                    <a:cubicBezTo>
                      <a:pt x="660" y="0"/>
                      <a:pt x="1" y="659"/>
                      <a:pt x="1" y="1466"/>
                    </a:cubicBezTo>
                    <a:cubicBezTo>
                      <a:pt x="1" y="2282"/>
                      <a:pt x="660" y="2941"/>
                      <a:pt x="1467" y="2941"/>
                    </a:cubicBezTo>
                    <a:cubicBezTo>
                      <a:pt x="2274" y="2941"/>
                      <a:pt x="2932" y="2282"/>
                      <a:pt x="2932" y="1466"/>
                    </a:cubicBezTo>
                    <a:lnTo>
                      <a:pt x="2932" y="1410"/>
                    </a:lnTo>
                    <a:lnTo>
                      <a:pt x="1522" y="1410"/>
                    </a:lnTo>
                    <a:lnTo>
                      <a:pt x="152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61" name="Google Shape;361;p19"/>
              <p:cNvSpPr/>
              <p:nvPr/>
            </p:nvSpPr>
            <p:spPr>
              <a:xfrm>
                <a:off x="7288225" y="2174500"/>
                <a:ext cx="117825" cy="104850"/>
              </a:xfrm>
              <a:custGeom>
                <a:avLst/>
                <a:gdLst/>
                <a:ahLst/>
                <a:cxnLst/>
                <a:rect l="l" t="t" r="r" b="b"/>
                <a:pathLst>
                  <a:path w="4713" h="4194" extrusionOk="0">
                    <a:moveTo>
                      <a:pt x="2354" y="0"/>
                    </a:moveTo>
                    <a:cubicBezTo>
                      <a:pt x="1744" y="0"/>
                      <a:pt x="1140" y="266"/>
                      <a:pt x="724" y="777"/>
                    </a:cubicBezTo>
                    <a:cubicBezTo>
                      <a:pt x="0" y="1677"/>
                      <a:pt x="130" y="2994"/>
                      <a:pt x="1030" y="3727"/>
                    </a:cubicBezTo>
                    <a:cubicBezTo>
                      <a:pt x="1420" y="4040"/>
                      <a:pt x="1888" y="4194"/>
                      <a:pt x="2352" y="4194"/>
                    </a:cubicBezTo>
                    <a:cubicBezTo>
                      <a:pt x="2961" y="4194"/>
                      <a:pt x="3564" y="3931"/>
                      <a:pt x="3980" y="3421"/>
                    </a:cubicBezTo>
                    <a:cubicBezTo>
                      <a:pt x="4713" y="2521"/>
                      <a:pt x="4573" y="1204"/>
                      <a:pt x="3674" y="471"/>
                    </a:cubicBezTo>
                    <a:cubicBezTo>
                      <a:pt x="3285" y="154"/>
                      <a:pt x="2818" y="0"/>
                      <a:pt x="235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62" name="Google Shape;362;p19"/>
              <p:cNvSpPr/>
              <p:nvPr/>
            </p:nvSpPr>
            <p:spPr>
              <a:xfrm>
                <a:off x="7293325" y="2173275"/>
                <a:ext cx="107625" cy="107625"/>
              </a:xfrm>
              <a:custGeom>
                <a:avLst/>
                <a:gdLst/>
                <a:ahLst/>
                <a:cxnLst/>
                <a:rect l="l" t="t" r="r" b="b"/>
                <a:pathLst>
                  <a:path w="4305" h="4305" extrusionOk="0">
                    <a:moveTo>
                      <a:pt x="2152" y="112"/>
                    </a:moveTo>
                    <a:cubicBezTo>
                      <a:pt x="3275" y="112"/>
                      <a:pt x="4193" y="1030"/>
                      <a:pt x="4193" y="2153"/>
                    </a:cubicBezTo>
                    <a:cubicBezTo>
                      <a:pt x="4193" y="3275"/>
                      <a:pt x="3275" y="4193"/>
                      <a:pt x="2152" y="4193"/>
                    </a:cubicBezTo>
                    <a:cubicBezTo>
                      <a:pt x="1030" y="4193"/>
                      <a:pt x="111" y="3275"/>
                      <a:pt x="111" y="2153"/>
                    </a:cubicBezTo>
                    <a:cubicBezTo>
                      <a:pt x="111" y="1030"/>
                      <a:pt x="1030" y="112"/>
                      <a:pt x="2152" y="112"/>
                    </a:cubicBezTo>
                    <a:close/>
                    <a:moveTo>
                      <a:pt x="2152" y="0"/>
                    </a:moveTo>
                    <a:cubicBezTo>
                      <a:pt x="965" y="0"/>
                      <a:pt x="0" y="965"/>
                      <a:pt x="0" y="2153"/>
                    </a:cubicBezTo>
                    <a:cubicBezTo>
                      <a:pt x="0" y="3340"/>
                      <a:pt x="965" y="4305"/>
                      <a:pt x="2152" y="4305"/>
                    </a:cubicBezTo>
                    <a:cubicBezTo>
                      <a:pt x="3340" y="4305"/>
                      <a:pt x="4305" y="3340"/>
                      <a:pt x="4305" y="2153"/>
                    </a:cubicBezTo>
                    <a:cubicBezTo>
                      <a:pt x="4305" y="965"/>
                      <a:pt x="3340" y="0"/>
                      <a:pt x="215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63" name="Google Shape;363;p19"/>
              <p:cNvSpPr/>
              <p:nvPr/>
            </p:nvSpPr>
            <p:spPr>
              <a:xfrm>
                <a:off x="7296575" y="2169100"/>
                <a:ext cx="112725" cy="104825"/>
              </a:xfrm>
              <a:custGeom>
                <a:avLst/>
                <a:gdLst/>
                <a:ahLst/>
                <a:cxnLst/>
                <a:rect l="l" t="t" r="r" b="b"/>
                <a:pathLst>
                  <a:path w="4509" h="4193" extrusionOk="0">
                    <a:moveTo>
                      <a:pt x="2260" y="1"/>
                    </a:moveTo>
                    <a:cubicBezTo>
                      <a:pt x="2148" y="1"/>
                      <a:pt x="2035" y="10"/>
                      <a:pt x="1920" y="28"/>
                    </a:cubicBezTo>
                    <a:cubicBezTo>
                      <a:pt x="779" y="214"/>
                      <a:pt x="0" y="1290"/>
                      <a:pt x="186" y="2431"/>
                    </a:cubicBezTo>
                    <a:cubicBezTo>
                      <a:pt x="353" y="3459"/>
                      <a:pt x="1242" y="4193"/>
                      <a:pt x="2251" y="4193"/>
                    </a:cubicBezTo>
                    <a:cubicBezTo>
                      <a:pt x="2362" y="4193"/>
                      <a:pt x="2475" y="4184"/>
                      <a:pt x="2588" y="4166"/>
                    </a:cubicBezTo>
                    <a:cubicBezTo>
                      <a:pt x="3739" y="3980"/>
                      <a:pt x="4509" y="2904"/>
                      <a:pt x="4323" y="1763"/>
                    </a:cubicBezTo>
                    <a:cubicBezTo>
                      <a:pt x="4156" y="728"/>
                      <a:pt x="3268" y="1"/>
                      <a:pt x="226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64" name="Google Shape;364;p19"/>
              <p:cNvSpPr/>
              <p:nvPr/>
            </p:nvSpPr>
            <p:spPr>
              <a:xfrm>
                <a:off x="7299125" y="2167700"/>
                <a:ext cx="107850" cy="107650"/>
              </a:xfrm>
              <a:custGeom>
                <a:avLst/>
                <a:gdLst/>
                <a:ahLst/>
                <a:cxnLst/>
                <a:rect l="l" t="t" r="r" b="b"/>
                <a:pathLst>
                  <a:path w="4314" h="4306" extrusionOk="0">
                    <a:moveTo>
                      <a:pt x="2162" y="121"/>
                    </a:moveTo>
                    <a:cubicBezTo>
                      <a:pt x="3284" y="121"/>
                      <a:pt x="4193" y="1030"/>
                      <a:pt x="4193" y="2153"/>
                    </a:cubicBezTo>
                    <a:cubicBezTo>
                      <a:pt x="4193" y="3275"/>
                      <a:pt x="3284" y="4194"/>
                      <a:pt x="2162" y="4194"/>
                    </a:cubicBezTo>
                    <a:cubicBezTo>
                      <a:pt x="1030" y="4194"/>
                      <a:pt x="121" y="3275"/>
                      <a:pt x="121" y="2153"/>
                    </a:cubicBezTo>
                    <a:cubicBezTo>
                      <a:pt x="121" y="1030"/>
                      <a:pt x="1030" y="121"/>
                      <a:pt x="2162" y="121"/>
                    </a:cubicBezTo>
                    <a:close/>
                    <a:moveTo>
                      <a:pt x="2162" y="1"/>
                    </a:moveTo>
                    <a:cubicBezTo>
                      <a:pt x="974" y="1"/>
                      <a:pt x="0" y="965"/>
                      <a:pt x="0" y="2153"/>
                    </a:cubicBezTo>
                    <a:cubicBezTo>
                      <a:pt x="0" y="3340"/>
                      <a:pt x="974" y="4305"/>
                      <a:pt x="2162" y="4305"/>
                    </a:cubicBezTo>
                    <a:cubicBezTo>
                      <a:pt x="3349" y="4305"/>
                      <a:pt x="4314" y="3340"/>
                      <a:pt x="4314" y="2153"/>
                    </a:cubicBezTo>
                    <a:cubicBezTo>
                      <a:pt x="4314" y="965"/>
                      <a:pt x="3349" y="1"/>
                      <a:pt x="21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65" name="Google Shape;365;p19"/>
              <p:cNvSpPr/>
              <p:nvPr/>
            </p:nvSpPr>
            <p:spPr>
              <a:xfrm>
                <a:off x="7335750" y="2167700"/>
                <a:ext cx="34125" cy="107650"/>
              </a:xfrm>
              <a:custGeom>
                <a:avLst/>
                <a:gdLst/>
                <a:ahLst/>
                <a:cxnLst/>
                <a:rect l="l" t="t" r="r" b="b"/>
                <a:pathLst>
                  <a:path w="1365" h="4306" extrusionOk="0">
                    <a:moveTo>
                      <a:pt x="678" y="121"/>
                    </a:moveTo>
                    <a:cubicBezTo>
                      <a:pt x="947" y="121"/>
                      <a:pt x="1244" y="956"/>
                      <a:pt x="1244" y="2153"/>
                    </a:cubicBezTo>
                    <a:cubicBezTo>
                      <a:pt x="1244" y="3359"/>
                      <a:pt x="947" y="4194"/>
                      <a:pt x="678" y="4194"/>
                    </a:cubicBezTo>
                    <a:cubicBezTo>
                      <a:pt x="409" y="4194"/>
                      <a:pt x="112" y="3359"/>
                      <a:pt x="112" y="2153"/>
                    </a:cubicBezTo>
                    <a:cubicBezTo>
                      <a:pt x="112" y="956"/>
                      <a:pt x="409" y="121"/>
                      <a:pt x="678" y="121"/>
                    </a:cubicBezTo>
                    <a:close/>
                    <a:moveTo>
                      <a:pt x="678" y="1"/>
                    </a:moveTo>
                    <a:cubicBezTo>
                      <a:pt x="233" y="1"/>
                      <a:pt x="1" y="1114"/>
                      <a:pt x="1" y="2153"/>
                    </a:cubicBezTo>
                    <a:cubicBezTo>
                      <a:pt x="1" y="3201"/>
                      <a:pt x="233" y="4305"/>
                      <a:pt x="678" y="4305"/>
                    </a:cubicBezTo>
                    <a:cubicBezTo>
                      <a:pt x="1123" y="4305"/>
                      <a:pt x="1364" y="3201"/>
                      <a:pt x="1364" y="2153"/>
                    </a:cubicBezTo>
                    <a:cubicBezTo>
                      <a:pt x="1364" y="1114"/>
                      <a:pt x="1123" y="1"/>
                      <a:pt x="67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66" name="Google Shape;366;p19"/>
              <p:cNvSpPr/>
              <p:nvPr/>
            </p:nvSpPr>
            <p:spPr>
              <a:xfrm>
                <a:off x="7303050" y="2203425"/>
                <a:ext cx="99050" cy="2800"/>
              </a:xfrm>
              <a:custGeom>
                <a:avLst/>
                <a:gdLst/>
                <a:ahLst/>
                <a:cxnLst/>
                <a:rect l="l" t="t" r="r" b="b"/>
                <a:pathLst>
                  <a:path w="3962" h="112" extrusionOk="0">
                    <a:moveTo>
                      <a:pt x="1" y="0"/>
                    </a:moveTo>
                    <a:lnTo>
                      <a:pt x="1" y="112"/>
                    </a:lnTo>
                    <a:lnTo>
                      <a:pt x="3962" y="112"/>
                    </a:lnTo>
                    <a:lnTo>
                      <a:pt x="396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67" name="Google Shape;367;p19"/>
              <p:cNvSpPr/>
              <p:nvPr/>
            </p:nvSpPr>
            <p:spPr>
              <a:xfrm>
                <a:off x="7303050" y="2238675"/>
                <a:ext cx="99050" cy="3025"/>
              </a:xfrm>
              <a:custGeom>
                <a:avLst/>
                <a:gdLst/>
                <a:ahLst/>
                <a:cxnLst/>
                <a:rect l="l" t="t" r="r" b="b"/>
                <a:pathLst>
                  <a:path w="3962" h="121" extrusionOk="0">
                    <a:moveTo>
                      <a:pt x="1" y="0"/>
                    </a:moveTo>
                    <a:lnTo>
                      <a:pt x="1" y="121"/>
                    </a:lnTo>
                    <a:lnTo>
                      <a:pt x="3962" y="121"/>
                    </a:lnTo>
                    <a:lnTo>
                      <a:pt x="396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sp>
          <p:nvSpPr>
            <p:cNvPr id="368" name="Google Shape;368;p19"/>
            <p:cNvSpPr/>
            <p:nvPr/>
          </p:nvSpPr>
          <p:spPr>
            <a:xfrm>
              <a:off x="1925692" y="2196479"/>
              <a:ext cx="62484" cy="6608"/>
            </a:xfrm>
            <a:custGeom>
              <a:avLst/>
              <a:gdLst/>
              <a:ahLst/>
              <a:cxnLst/>
              <a:rect l="l" t="t" r="r" b="b"/>
              <a:pathLst>
                <a:path w="1059" h="112" extrusionOk="0">
                  <a:moveTo>
                    <a:pt x="57" y="0"/>
                  </a:moveTo>
                  <a:cubicBezTo>
                    <a:pt x="29" y="0"/>
                    <a:pt x="1" y="28"/>
                    <a:pt x="1" y="56"/>
                  </a:cubicBezTo>
                  <a:cubicBezTo>
                    <a:pt x="1" y="84"/>
                    <a:pt x="29" y="111"/>
                    <a:pt x="57" y="111"/>
                  </a:cubicBezTo>
                  <a:lnTo>
                    <a:pt x="1003" y="111"/>
                  </a:lnTo>
                  <a:cubicBezTo>
                    <a:pt x="1031" y="111"/>
                    <a:pt x="1058" y="93"/>
                    <a:pt x="1058" y="56"/>
                  </a:cubicBezTo>
                  <a:cubicBezTo>
                    <a:pt x="1058" y="28"/>
                    <a:pt x="1031" y="0"/>
                    <a:pt x="1003" y="0"/>
                  </a:cubicBezTo>
                  <a:close/>
                </a:path>
              </a:pathLst>
            </a:custGeom>
            <a:solidFill>
              <a:srgbClr val="7FD6C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grpSp>
          <p:nvGrpSpPr>
            <p:cNvPr id="369" name="Google Shape;369;p19"/>
            <p:cNvGrpSpPr/>
            <p:nvPr/>
          </p:nvGrpSpPr>
          <p:grpSpPr>
            <a:xfrm>
              <a:off x="3729110" y="795775"/>
              <a:ext cx="1239906" cy="584116"/>
              <a:chOff x="6947135" y="2460525"/>
              <a:chExt cx="1239906" cy="584116"/>
            </a:xfrm>
          </p:grpSpPr>
          <p:sp>
            <p:nvSpPr>
              <p:cNvPr id="370" name="Google Shape;370;p19"/>
              <p:cNvSpPr/>
              <p:nvPr/>
            </p:nvSpPr>
            <p:spPr>
              <a:xfrm>
                <a:off x="7878097" y="2638928"/>
                <a:ext cx="304483" cy="39265"/>
              </a:xfrm>
              <a:custGeom>
                <a:avLst/>
                <a:gdLst/>
                <a:ahLst/>
                <a:cxnLst/>
                <a:rect l="l" t="t" r="r" b="b"/>
                <a:pathLst>
                  <a:path w="3823" h="493" extrusionOk="0">
                    <a:moveTo>
                      <a:pt x="1" y="1"/>
                    </a:moveTo>
                    <a:lnTo>
                      <a:pt x="1" y="492"/>
                    </a:lnTo>
                    <a:lnTo>
                      <a:pt x="3823" y="492"/>
                    </a:lnTo>
                    <a:lnTo>
                      <a:pt x="3823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71" name="Google Shape;371;p19"/>
              <p:cNvSpPr/>
              <p:nvPr/>
            </p:nvSpPr>
            <p:spPr>
              <a:xfrm>
                <a:off x="7872920" y="2634468"/>
                <a:ext cx="314120" cy="48106"/>
              </a:xfrm>
              <a:custGeom>
                <a:avLst/>
                <a:gdLst/>
                <a:ahLst/>
                <a:cxnLst/>
                <a:rect l="l" t="t" r="r" b="b"/>
                <a:pathLst>
                  <a:path w="3944" h="604" extrusionOk="0">
                    <a:moveTo>
                      <a:pt x="3823" y="112"/>
                    </a:moveTo>
                    <a:lnTo>
                      <a:pt x="3823" y="483"/>
                    </a:lnTo>
                    <a:lnTo>
                      <a:pt x="121" y="483"/>
                    </a:lnTo>
                    <a:lnTo>
                      <a:pt x="121" y="112"/>
                    </a:lnTo>
                    <a:close/>
                    <a:moveTo>
                      <a:pt x="56" y="1"/>
                    </a:moveTo>
                    <a:cubicBezTo>
                      <a:pt x="47" y="1"/>
                      <a:pt x="28" y="1"/>
                      <a:pt x="19" y="10"/>
                    </a:cubicBezTo>
                    <a:cubicBezTo>
                      <a:pt x="10" y="29"/>
                      <a:pt x="1" y="38"/>
                      <a:pt x="1" y="57"/>
                    </a:cubicBezTo>
                    <a:lnTo>
                      <a:pt x="1" y="548"/>
                    </a:lnTo>
                    <a:cubicBezTo>
                      <a:pt x="1" y="576"/>
                      <a:pt x="28" y="604"/>
                      <a:pt x="56" y="604"/>
                    </a:cubicBezTo>
                    <a:lnTo>
                      <a:pt x="3878" y="604"/>
                    </a:lnTo>
                    <a:cubicBezTo>
                      <a:pt x="3897" y="604"/>
                      <a:pt x="3915" y="595"/>
                      <a:pt x="3925" y="585"/>
                    </a:cubicBezTo>
                    <a:cubicBezTo>
                      <a:pt x="3934" y="576"/>
                      <a:pt x="3943" y="558"/>
                      <a:pt x="3943" y="548"/>
                    </a:cubicBezTo>
                    <a:lnTo>
                      <a:pt x="3943" y="57"/>
                    </a:lnTo>
                    <a:cubicBezTo>
                      <a:pt x="3943" y="19"/>
                      <a:pt x="3915" y="1"/>
                      <a:pt x="387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72" name="Google Shape;372;p19"/>
              <p:cNvSpPr/>
              <p:nvPr/>
            </p:nvSpPr>
            <p:spPr>
              <a:xfrm>
                <a:off x="7878097" y="2725342"/>
                <a:ext cx="174423" cy="25247"/>
              </a:xfrm>
              <a:custGeom>
                <a:avLst/>
                <a:gdLst/>
                <a:ahLst/>
                <a:cxnLst/>
                <a:rect l="l" t="t" r="r" b="b"/>
                <a:pathLst>
                  <a:path w="2190" h="317" extrusionOk="0">
                    <a:moveTo>
                      <a:pt x="1" y="1"/>
                    </a:moveTo>
                    <a:lnTo>
                      <a:pt x="1" y="316"/>
                    </a:lnTo>
                    <a:lnTo>
                      <a:pt x="2190" y="316"/>
                    </a:lnTo>
                    <a:lnTo>
                      <a:pt x="219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73" name="Google Shape;373;p19"/>
              <p:cNvSpPr/>
              <p:nvPr/>
            </p:nvSpPr>
            <p:spPr>
              <a:xfrm>
                <a:off x="7872920" y="2720165"/>
                <a:ext cx="184060" cy="34805"/>
              </a:xfrm>
              <a:custGeom>
                <a:avLst/>
                <a:gdLst/>
                <a:ahLst/>
                <a:cxnLst/>
                <a:rect l="l" t="t" r="r" b="b"/>
                <a:pathLst>
                  <a:path w="2311" h="437" extrusionOk="0">
                    <a:moveTo>
                      <a:pt x="2199" y="122"/>
                    </a:moveTo>
                    <a:lnTo>
                      <a:pt x="2199" y="326"/>
                    </a:lnTo>
                    <a:lnTo>
                      <a:pt x="121" y="326"/>
                    </a:lnTo>
                    <a:lnTo>
                      <a:pt x="121" y="122"/>
                    </a:lnTo>
                    <a:close/>
                    <a:moveTo>
                      <a:pt x="66" y="1"/>
                    </a:moveTo>
                    <a:cubicBezTo>
                      <a:pt x="28" y="1"/>
                      <a:pt x="1" y="29"/>
                      <a:pt x="1" y="66"/>
                    </a:cubicBezTo>
                    <a:lnTo>
                      <a:pt x="1" y="381"/>
                    </a:lnTo>
                    <a:cubicBezTo>
                      <a:pt x="1" y="400"/>
                      <a:pt x="10" y="409"/>
                      <a:pt x="19" y="418"/>
                    </a:cubicBezTo>
                    <a:cubicBezTo>
                      <a:pt x="28" y="437"/>
                      <a:pt x="47" y="437"/>
                      <a:pt x="66" y="437"/>
                    </a:cubicBezTo>
                    <a:lnTo>
                      <a:pt x="2255" y="437"/>
                    </a:lnTo>
                    <a:cubicBezTo>
                      <a:pt x="2292" y="437"/>
                      <a:pt x="2311" y="409"/>
                      <a:pt x="2311" y="381"/>
                    </a:cubicBezTo>
                    <a:lnTo>
                      <a:pt x="2311" y="66"/>
                    </a:lnTo>
                    <a:cubicBezTo>
                      <a:pt x="2311" y="47"/>
                      <a:pt x="2311" y="29"/>
                      <a:pt x="2301" y="20"/>
                    </a:cubicBezTo>
                    <a:cubicBezTo>
                      <a:pt x="2283" y="10"/>
                      <a:pt x="2273" y="1"/>
                      <a:pt x="225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74" name="Google Shape;374;p19"/>
              <p:cNvSpPr/>
              <p:nvPr/>
            </p:nvSpPr>
            <p:spPr>
              <a:xfrm>
                <a:off x="7878097" y="2797818"/>
                <a:ext cx="174423" cy="25168"/>
              </a:xfrm>
              <a:custGeom>
                <a:avLst/>
                <a:gdLst/>
                <a:ahLst/>
                <a:cxnLst/>
                <a:rect l="l" t="t" r="r" b="b"/>
                <a:pathLst>
                  <a:path w="2190" h="316" extrusionOk="0">
                    <a:moveTo>
                      <a:pt x="1" y="0"/>
                    </a:moveTo>
                    <a:lnTo>
                      <a:pt x="1" y="315"/>
                    </a:lnTo>
                    <a:lnTo>
                      <a:pt x="2190" y="315"/>
                    </a:lnTo>
                    <a:lnTo>
                      <a:pt x="219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75" name="Google Shape;375;p19"/>
              <p:cNvSpPr/>
              <p:nvPr/>
            </p:nvSpPr>
            <p:spPr>
              <a:xfrm>
                <a:off x="7872920" y="2793358"/>
                <a:ext cx="184060" cy="34805"/>
              </a:xfrm>
              <a:custGeom>
                <a:avLst/>
                <a:gdLst/>
                <a:ahLst/>
                <a:cxnLst/>
                <a:rect l="l" t="t" r="r" b="b"/>
                <a:pathLst>
                  <a:path w="2311" h="437" extrusionOk="0">
                    <a:moveTo>
                      <a:pt x="2199" y="112"/>
                    </a:moveTo>
                    <a:lnTo>
                      <a:pt x="2199" y="316"/>
                    </a:lnTo>
                    <a:lnTo>
                      <a:pt x="121" y="316"/>
                    </a:lnTo>
                    <a:lnTo>
                      <a:pt x="121" y="112"/>
                    </a:lnTo>
                    <a:close/>
                    <a:moveTo>
                      <a:pt x="66" y="0"/>
                    </a:moveTo>
                    <a:cubicBezTo>
                      <a:pt x="28" y="0"/>
                      <a:pt x="1" y="28"/>
                      <a:pt x="1" y="56"/>
                    </a:cubicBezTo>
                    <a:lnTo>
                      <a:pt x="1" y="371"/>
                    </a:lnTo>
                    <a:cubicBezTo>
                      <a:pt x="1" y="390"/>
                      <a:pt x="10" y="409"/>
                      <a:pt x="19" y="418"/>
                    </a:cubicBezTo>
                    <a:cubicBezTo>
                      <a:pt x="28" y="427"/>
                      <a:pt x="47" y="436"/>
                      <a:pt x="66" y="436"/>
                    </a:cubicBezTo>
                    <a:lnTo>
                      <a:pt x="2255" y="436"/>
                    </a:lnTo>
                    <a:cubicBezTo>
                      <a:pt x="2273" y="436"/>
                      <a:pt x="2283" y="427"/>
                      <a:pt x="2301" y="418"/>
                    </a:cubicBezTo>
                    <a:cubicBezTo>
                      <a:pt x="2311" y="409"/>
                      <a:pt x="2311" y="390"/>
                      <a:pt x="2311" y="371"/>
                    </a:cubicBezTo>
                    <a:lnTo>
                      <a:pt x="2311" y="56"/>
                    </a:lnTo>
                    <a:cubicBezTo>
                      <a:pt x="2311" y="28"/>
                      <a:pt x="2292" y="0"/>
                      <a:pt x="225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76" name="Google Shape;376;p19"/>
              <p:cNvSpPr/>
              <p:nvPr/>
            </p:nvSpPr>
            <p:spPr>
              <a:xfrm>
                <a:off x="6985603" y="2857631"/>
                <a:ext cx="295563" cy="127910"/>
              </a:xfrm>
              <a:custGeom>
                <a:avLst/>
                <a:gdLst/>
                <a:ahLst/>
                <a:cxnLst/>
                <a:rect l="l" t="t" r="r" b="b"/>
                <a:pathLst>
                  <a:path w="3711" h="1606" extrusionOk="0">
                    <a:moveTo>
                      <a:pt x="3711" y="0"/>
                    </a:moveTo>
                    <a:lnTo>
                      <a:pt x="0" y="1605"/>
                    </a:lnTo>
                  </a:path>
                </a:pathLst>
              </a:custGeom>
              <a:solidFill>
                <a:srgbClr val="E16F1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77" name="Google Shape;377;p19"/>
              <p:cNvSpPr/>
              <p:nvPr/>
            </p:nvSpPr>
            <p:spPr>
              <a:xfrm>
                <a:off x="6980426" y="2853330"/>
                <a:ext cx="305916" cy="136591"/>
              </a:xfrm>
              <a:custGeom>
                <a:avLst/>
                <a:gdLst/>
                <a:ahLst/>
                <a:cxnLst/>
                <a:rect l="l" t="t" r="r" b="b"/>
                <a:pathLst>
                  <a:path w="3841" h="1715" extrusionOk="0">
                    <a:moveTo>
                      <a:pt x="3773" y="1"/>
                    </a:moveTo>
                    <a:cubicBezTo>
                      <a:pt x="3764" y="1"/>
                      <a:pt x="3756" y="3"/>
                      <a:pt x="3748" y="8"/>
                    </a:cubicBezTo>
                    <a:lnTo>
                      <a:pt x="47" y="1604"/>
                    </a:lnTo>
                    <a:cubicBezTo>
                      <a:pt x="10" y="1613"/>
                      <a:pt x="0" y="1650"/>
                      <a:pt x="10" y="1678"/>
                    </a:cubicBezTo>
                    <a:cubicBezTo>
                      <a:pt x="19" y="1696"/>
                      <a:pt x="47" y="1715"/>
                      <a:pt x="65" y="1715"/>
                    </a:cubicBezTo>
                    <a:cubicBezTo>
                      <a:pt x="75" y="1715"/>
                      <a:pt x="84" y="1715"/>
                      <a:pt x="84" y="1706"/>
                    </a:cubicBezTo>
                    <a:lnTo>
                      <a:pt x="3795" y="110"/>
                    </a:lnTo>
                    <a:cubicBezTo>
                      <a:pt x="3822" y="101"/>
                      <a:pt x="3841" y="64"/>
                      <a:pt x="3832" y="36"/>
                    </a:cubicBezTo>
                    <a:cubicBezTo>
                      <a:pt x="3818" y="16"/>
                      <a:pt x="3795" y="1"/>
                      <a:pt x="377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78" name="Google Shape;378;p19"/>
              <p:cNvSpPr/>
              <p:nvPr/>
            </p:nvSpPr>
            <p:spPr>
              <a:xfrm>
                <a:off x="6951595" y="2965470"/>
                <a:ext cx="48822" cy="48106"/>
              </a:xfrm>
              <a:custGeom>
                <a:avLst/>
                <a:gdLst/>
                <a:ahLst/>
                <a:cxnLst/>
                <a:rect l="l" t="t" r="r" b="b"/>
                <a:pathLst>
                  <a:path w="613" h="604" extrusionOk="0">
                    <a:moveTo>
                      <a:pt x="168" y="1"/>
                    </a:moveTo>
                    <a:lnTo>
                      <a:pt x="1" y="446"/>
                    </a:lnTo>
                    <a:lnTo>
                      <a:pt x="446" y="604"/>
                    </a:lnTo>
                    <a:lnTo>
                      <a:pt x="613" y="159"/>
                    </a:lnTo>
                    <a:lnTo>
                      <a:pt x="168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79" name="Google Shape;379;p19"/>
              <p:cNvSpPr/>
              <p:nvPr/>
            </p:nvSpPr>
            <p:spPr>
              <a:xfrm>
                <a:off x="6947135" y="2961487"/>
                <a:ext cx="57743" cy="57265"/>
              </a:xfrm>
              <a:custGeom>
                <a:avLst/>
                <a:gdLst/>
                <a:ahLst/>
                <a:cxnLst/>
                <a:rect l="l" t="t" r="r" b="b"/>
                <a:pathLst>
                  <a:path w="725" h="719" extrusionOk="0">
                    <a:moveTo>
                      <a:pt x="251" y="134"/>
                    </a:moveTo>
                    <a:lnTo>
                      <a:pt x="595" y="255"/>
                    </a:lnTo>
                    <a:lnTo>
                      <a:pt x="465" y="589"/>
                    </a:lnTo>
                    <a:lnTo>
                      <a:pt x="131" y="468"/>
                    </a:lnTo>
                    <a:lnTo>
                      <a:pt x="251" y="134"/>
                    </a:lnTo>
                    <a:close/>
                    <a:moveTo>
                      <a:pt x="216" y="1"/>
                    </a:moveTo>
                    <a:cubicBezTo>
                      <a:pt x="192" y="1"/>
                      <a:pt x="175" y="11"/>
                      <a:pt x="168" y="32"/>
                    </a:cubicBezTo>
                    <a:lnTo>
                      <a:pt x="1" y="478"/>
                    </a:lnTo>
                    <a:cubicBezTo>
                      <a:pt x="1" y="496"/>
                      <a:pt x="1" y="515"/>
                      <a:pt x="10" y="524"/>
                    </a:cubicBezTo>
                    <a:cubicBezTo>
                      <a:pt x="10" y="543"/>
                      <a:pt x="29" y="552"/>
                      <a:pt x="38" y="552"/>
                    </a:cubicBezTo>
                    <a:lnTo>
                      <a:pt x="483" y="719"/>
                    </a:lnTo>
                    <a:lnTo>
                      <a:pt x="502" y="719"/>
                    </a:lnTo>
                    <a:cubicBezTo>
                      <a:pt x="530" y="719"/>
                      <a:pt x="548" y="700"/>
                      <a:pt x="558" y="682"/>
                    </a:cubicBezTo>
                    <a:lnTo>
                      <a:pt x="715" y="236"/>
                    </a:lnTo>
                    <a:cubicBezTo>
                      <a:pt x="724" y="209"/>
                      <a:pt x="715" y="171"/>
                      <a:pt x="678" y="162"/>
                    </a:cubicBezTo>
                    <a:lnTo>
                      <a:pt x="242" y="4"/>
                    </a:lnTo>
                    <a:cubicBezTo>
                      <a:pt x="233" y="2"/>
                      <a:pt x="224" y="1"/>
                      <a:pt x="2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80" name="Google Shape;380;p19"/>
              <p:cNvSpPr/>
              <p:nvPr/>
            </p:nvSpPr>
            <p:spPr>
              <a:xfrm>
                <a:off x="7264836" y="2488002"/>
                <a:ext cx="591922" cy="551701"/>
              </a:xfrm>
              <a:custGeom>
                <a:avLst/>
                <a:gdLst/>
                <a:ahLst/>
                <a:cxnLst/>
                <a:rect l="l" t="t" r="r" b="b"/>
                <a:pathLst>
                  <a:path w="7432" h="6927" extrusionOk="0">
                    <a:moveTo>
                      <a:pt x="3715" y="0"/>
                    </a:moveTo>
                    <a:cubicBezTo>
                      <a:pt x="2032" y="0"/>
                      <a:pt x="558" y="1228"/>
                      <a:pt x="288" y="2944"/>
                    </a:cubicBezTo>
                    <a:cubicBezTo>
                      <a:pt x="1" y="4827"/>
                      <a:pt x="1300" y="6599"/>
                      <a:pt x="3192" y="6886"/>
                    </a:cubicBezTo>
                    <a:cubicBezTo>
                      <a:pt x="3369" y="6913"/>
                      <a:pt x="3545" y="6927"/>
                      <a:pt x="3718" y="6927"/>
                    </a:cubicBezTo>
                    <a:cubicBezTo>
                      <a:pt x="5395" y="6927"/>
                      <a:pt x="6874" y="5707"/>
                      <a:pt x="7135" y="3992"/>
                    </a:cubicBezTo>
                    <a:cubicBezTo>
                      <a:pt x="7432" y="2100"/>
                      <a:pt x="6133" y="328"/>
                      <a:pt x="4240" y="40"/>
                    </a:cubicBezTo>
                    <a:cubicBezTo>
                      <a:pt x="4064" y="13"/>
                      <a:pt x="3888" y="0"/>
                      <a:pt x="371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81" name="Google Shape;381;p19"/>
              <p:cNvSpPr/>
              <p:nvPr/>
            </p:nvSpPr>
            <p:spPr>
              <a:xfrm>
                <a:off x="7259659" y="2483223"/>
                <a:ext cx="589692" cy="561418"/>
              </a:xfrm>
              <a:custGeom>
                <a:avLst/>
                <a:gdLst/>
                <a:ahLst/>
                <a:cxnLst/>
                <a:rect l="l" t="t" r="r" b="b"/>
                <a:pathLst>
                  <a:path w="7404" h="7049" extrusionOk="0">
                    <a:moveTo>
                      <a:pt x="3777" y="119"/>
                    </a:moveTo>
                    <a:cubicBezTo>
                      <a:pt x="3944" y="119"/>
                      <a:pt x="4120" y="128"/>
                      <a:pt x="4296" y="156"/>
                    </a:cubicBezTo>
                    <a:cubicBezTo>
                      <a:pt x="5196" y="295"/>
                      <a:pt x="5984" y="777"/>
                      <a:pt x="6522" y="1510"/>
                    </a:cubicBezTo>
                    <a:cubicBezTo>
                      <a:pt x="7061" y="2243"/>
                      <a:pt x="7283" y="3143"/>
                      <a:pt x="7144" y="4043"/>
                    </a:cubicBezTo>
                    <a:cubicBezTo>
                      <a:pt x="7005" y="4943"/>
                      <a:pt x="6532" y="5731"/>
                      <a:pt x="5799" y="6269"/>
                    </a:cubicBezTo>
                    <a:cubicBezTo>
                      <a:pt x="5209" y="6702"/>
                      <a:pt x="4510" y="6931"/>
                      <a:pt x="3791" y="6931"/>
                    </a:cubicBezTo>
                    <a:cubicBezTo>
                      <a:pt x="3617" y="6931"/>
                      <a:pt x="3442" y="6918"/>
                      <a:pt x="3266" y="6891"/>
                    </a:cubicBezTo>
                    <a:cubicBezTo>
                      <a:pt x="1411" y="6603"/>
                      <a:pt x="131" y="4868"/>
                      <a:pt x="418" y="3013"/>
                    </a:cubicBezTo>
                    <a:cubicBezTo>
                      <a:pt x="558" y="2113"/>
                      <a:pt x="1031" y="1315"/>
                      <a:pt x="1764" y="777"/>
                    </a:cubicBezTo>
                    <a:cubicBezTo>
                      <a:pt x="2357" y="351"/>
                      <a:pt x="3053" y="119"/>
                      <a:pt x="3777" y="119"/>
                    </a:cubicBezTo>
                    <a:close/>
                    <a:moveTo>
                      <a:pt x="3765" y="1"/>
                    </a:moveTo>
                    <a:cubicBezTo>
                      <a:pt x="3026" y="1"/>
                      <a:pt x="2309" y="238"/>
                      <a:pt x="1699" y="685"/>
                    </a:cubicBezTo>
                    <a:cubicBezTo>
                      <a:pt x="938" y="1241"/>
                      <a:pt x="446" y="2058"/>
                      <a:pt x="298" y="2995"/>
                    </a:cubicBezTo>
                    <a:cubicBezTo>
                      <a:pt x="1" y="4915"/>
                      <a:pt x="1328" y="6714"/>
                      <a:pt x="3248" y="7002"/>
                    </a:cubicBezTo>
                    <a:cubicBezTo>
                      <a:pt x="3424" y="7030"/>
                      <a:pt x="3610" y="7048"/>
                      <a:pt x="3786" y="7048"/>
                    </a:cubicBezTo>
                    <a:cubicBezTo>
                      <a:pt x="4528" y="7048"/>
                      <a:pt x="5252" y="6807"/>
                      <a:pt x="5864" y="6362"/>
                    </a:cubicBezTo>
                    <a:cubicBezTo>
                      <a:pt x="6625" y="5805"/>
                      <a:pt x="7116" y="4989"/>
                      <a:pt x="7265" y="4061"/>
                    </a:cubicBezTo>
                    <a:cubicBezTo>
                      <a:pt x="7404" y="3134"/>
                      <a:pt x="7172" y="2197"/>
                      <a:pt x="6615" y="1445"/>
                    </a:cubicBezTo>
                    <a:cubicBezTo>
                      <a:pt x="6059" y="685"/>
                      <a:pt x="5242" y="184"/>
                      <a:pt x="4315" y="45"/>
                    </a:cubicBezTo>
                    <a:cubicBezTo>
                      <a:pt x="4131" y="15"/>
                      <a:pt x="3947" y="1"/>
                      <a:pt x="376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82" name="Google Shape;382;p19"/>
              <p:cNvSpPr/>
              <p:nvPr/>
            </p:nvSpPr>
            <p:spPr>
              <a:xfrm>
                <a:off x="7219757" y="2465303"/>
                <a:ext cx="627364" cy="552019"/>
              </a:xfrm>
              <a:custGeom>
                <a:avLst/>
                <a:gdLst/>
                <a:ahLst/>
                <a:cxnLst/>
                <a:rect l="l" t="t" r="r" b="b"/>
                <a:pathLst>
                  <a:path w="7877" h="6931" extrusionOk="0">
                    <a:moveTo>
                      <a:pt x="3933" y="0"/>
                    </a:moveTo>
                    <a:cubicBezTo>
                      <a:pt x="3250" y="0"/>
                      <a:pt x="2560" y="202"/>
                      <a:pt x="1958" y="622"/>
                    </a:cubicBezTo>
                    <a:cubicBezTo>
                      <a:pt x="391" y="1717"/>
                      <a:pt x="1" y="3878"/>
                      <a:pt x="1096" y="5446"/>
                    </a:cubicBezTo>
                    <a:cubicBezTo>
                      <a:pt x="1770" y="6412"/>
                      <a:pt x="2849" y="6930"/>
                      <a:pt x="3945" y="6930"/>
                    </a:cubicBezTo>
                    <a:cubicBezTo>
                      <a:pt x="4628" y="6930"/>
                      <a:pt x="5318" y="6729"/>
                      <a:pt x="5920" y="6309"/>
                    </a:cubicBezTo>
                    <a:cubicBezTo>
                      <a:pt x="7487" y="5214"/>
                      <a:pt x="7877" y="3053"/>
                      <a:pt x="6782" y="1485"/>
                    </a:cubicBezTo>
                    <a:cubicBezTo>
                      <a:pt x="6108" y="519"/>
                      <a:pt x="5029" y="0"/>
                      <a:pt x="393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83" name="Google Shape;383;p19"/>
              <p:cNvSpPr/>
              <p:nvPr/>
            </p:nvSpPr>
            <p:spPr>
              <a:xfrm>
                <a:off x="7232341" y="2460525"/>
                <a:ext cx="601479" cy="561179"/>
              </a:xfrm>
              <a:custGeom>
                <a:avLst/>
                <a:gdLst/>
                <a:ahLst/>
                <a:cxnLst/>
                <a:rect l="l" t="t" r="r" b="b"/>
                <a:pathLst>
                  <a:path w="7552" h="7046" extrusionOk="0">
                    <a:moveTo>
                      <a:pt x="3765" y="122"/>
                    </a:moveTo>
                    <a:cubicBezTo>
                      <a:pt x="3937" y="122"/>
                      <a:pt x="4111" y="135"/>
                      <a:pt x="4287" y="163"/>
                    </a:cubicBezTo>
                    <a:cubicBezTo>
                      <a:pt x="6142" y="441"/>
                      <a:pt x="7422" y="2185"/>
                      <a:pt x="7144" y="4040"/>
                    </a:cubicBezTo>
                    <a:cubicBezTo>
                      <a:pt x="6883" y="5720"/>
                      <a:pt x="5429" y="6929"/>
                      <a:pt x="3779" y="6929"/>
                    </a:cubicBezTo>
                    <a:cubicBezTo>
                      <a:pt x="3607" y="6929"/>
                      <a:pt x="3432" y="6915"/>
                      <a:pt x="3257" y="6888"/>
                    </a:cubicBezTo>
                    <a:cubicBezTo>
                      <a:pt x="1401" y="6601"/>
                      <a:pt x="121" y="4866"/>
                      <a:pt x="409" y="3011"/>
                    </a:cubicBezTo>
                    <a:cubicBezTo>
                      <a:pt x="669" y="1331"/>
                      <a:pt x="2116" y="122"/>
                      <a:pt x="3765" y="122"/>
                    </a:cubicBezTo>
                    <a:close/>
                    <a:moveTo>
                      <a:pt x="3769" y="0"/>
                    </a:moveTo>
                    <a:cubicBezTo>
                      <a:pt x="2067" y="0"/>
                      <a:pt x="558" y="1253"/>
                      <a:pt x="298" y="2992"/>
                    </a:cubicBezTo>
                    <a:cubicBezTo>
                      <a:pt x="1" y="4912"/>
                      <a:pt x="1318" y="6712"/>
                      <a:pt x="3238" y="6999"/>
                    </a:cubicBezTo>
                    <a:cubicBezTo>
                      <a:pt x="3415" y="7027"/>
                      <a:pt x="3600" y="7046"/>
                      <a:pt x="3776" y="7046"/>
                    </a:cubicBezTo>
                    <a:cubicBezTo>
                      <a:pt x="5483" y="7046"/>
                      <a:pt x="6986" y="5794"/>
                      <a:pt x="7255" y="4059"/>
                    </a:cubicBezTo>
                    <a:cubicBezTo>
                      <a:pt x="7552" y="2139"/>
                      <a:pt x="6225" y="339"/>
                      <a:pt x="4305" y="42"/>
                    </a:cubicBezTo>
                    <a:cubicBezTo>
                      <a:pt x="4125" y="14"/>
                      <a:pt x="3946" y="0"/>
                      <a:pt x="376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84" name="Google Shape;384;p19"/>
              <p:cNvSpPr/>
              <p:nvPr/>
            </p:nvSpPr>
            <p:spPr>
              <a:xfrm>
                <a:off x="7615828" y="2510541"/>
                <a:ext cx="134520" cy="135158"/>
              </a:xfrm>
              <a:custGeom>
                <a:avLst/>
                <a:gdLst/>
                <a:ahLst/>
                <a:cxnLst/>
                <a:rect l="l" t="t" r="r" b="b"/>
                <a:pathLst>
                  <a:path w="1689" h="1697" extrusionOk="0">
                    <a:moveTo>
                      <a:pt x="102" y="1"/>
                    </a:moveTo>
                    <a:cubicBezTo>
                      <a:pt x="67" y="1"/>
                      <a:pt x="33" y="20"/>
                      <a:pt x="19" y="54"/>
                    </a:cubicBezTo>
                    <a:cubicBezTo>
                      <a:pt x="0" y="91"/>
                      <a:pt x="19" y="147"/>
                      <a:pt x="65" y="165"/>
                    </a:cubicBezTo>
                    <a:cubicBezTo>
                      <a:pt x="705" y="462"/>
                      <a:pt x="1216" y="991"/>
                      <a:pt x="1512" y="1640"/>
                    </a:cubicBezTo>
                    <a:cubicBezTo>
                      <a:pt x="1522" y="1678"/>
                      <a:pt x="1559" y="1696"/>
                      <a:pt x="1587" y="1696"/>
                    </a:cubicBezTo>
                    <a:cubicBezTo>
                      <a:pt x="1596" y="1696"/>
                      <a:pt x="1614" y="1696"/>
                      <a:pt x="1624" y="1687"/>
                    </a:cubicBezTo>
                    <a:cubicBezTo>
                      <a:pt x="1670" y="1668"/>
                      <a:pt x="1689" y="1622"/>
                      <a:pt x="1670" y="1575"/>
                    </a:cubicBezTo>
                    <a:cubicBezTo>
                      <a:pt x="1364" y="880"/>
                      <a:pt x="817" y="323"/>
                      <a:pt x="139" y="8"/>
                    </a:cubicBezTo>
                    <a:cubicBezTo>
                      <a:pt x="127" y="3"/>
                      <a:pt x="115" y="1"/>
                      <a:pt x="10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85" name="Google Shape;385;p19"/>
              <p:cNvSpPr/>
              <p:nvPr/>
            </p:nvSpPr>
            <p:spPr>
              <a:xfrm>
                <a:off x="7397842" y="2601973"/>
                <a:ext cx="261634" cy="300102"/>
              </a:xfrm>
              <a:custGeom>
                <a:avLst/>
                <a:gdLst/>
                <a:ahLst/>
                <a:cxnLst/>
                <a:rect l="l" t="t" r="r" b="b"/>
                <a:pathLst>
                  <a:path w="3285" h="3768" extrusionOk="0">
                    <a:moveTo>
                      <a:pt x="158" y="1"/>
                    </a:moveTo>
                    <a:cubicBezTo>
                      <a:pt x="75" y="1"/>
                      <a:pt x="1" y="75"/>
                      <a:pt x="1" y="168"/>
                    </a:cubicBezTo>
                    <a:lnTo>
                      <a:pt x="1" y="3600"/>
                    </a:lnTo>
                    <a:cubicBezTo>
                      <a:pt x="1" y="3693"/>
                      <a:pt x="75" y="3767"/>
                      <a:pt x="158" y="3767"/>
                    </a:cubicBezTo>
                    <a:lnTo>
                      <a:pt x="3127" y="3767"/>
                    </a:lnTo>
                    <a:cubicBezTo>
                      <a:pt x="3220" y="3767"/>
                      <a:pt x="3285" y="3693"/>
                      <a:pt x="3285" y="3600"/>
                    </a:cubicBezTo>
                    <a:lnTo>
                      <a:pt x="3285" y="168"/>
                    </a:lnTo>
                    <a:cubicBezTo>
                      <a:pt x="3285" y="75"/>
                      <a:pt x="3220" y="1"/>
                      <a:pt x="312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86" name="Google Shape;386;p19"/>
              <p:cNvSpPr/>
              <p:nvPr/>
            </p:nvSpPr>
            <p:spPr>
              <a:xfrm>
                <a:off x="7393461" y="2597592"/>
                <a:ext cx="271191" cy="308863"/>
              </a:xfrm>
              <a:custGeom>
                <a:avLst/>
                <a:gdLst/>
                <a:ahLst/>
                <a:cxnLst/>
                <a:rect l="l" t="t" r="r" b="b"/>
                <a:pathLst>
                  <a:path w="3405" h="3878" extrusionOk="0">
                    <a:moveTo>
                      <a:pt x="3182" y="111"/>
                    </a:moveTo>
                    <a:cubicBezTo>
                      <a:pt x="3238" y="111"/>
                      <a:pt x="3284" y="158"/>
                      <a:pt x="3284" y="223"/>
                    </a:cubicBezTo>
                    <a:lnTo>
                      <a:pt x="3284" y="3655"/>
                    </a:lnTo>
                    <a:cubicBezTo>
                      <a:pt x="3284" y="3720"/>
                      <a:pt x="3238" y="3766"/>
                      <a:pt x="3182" y="3766"/>
                    </a:cubicBezTo>
                    <a:lnTo>
                      <a:pt x="213" y="3766"/>
                    </a:lnTo>
                    <a:cubicBezTo>
                      <a:pt x="158" y="3766"/>
                      <a:pt x="111" y="3720"/>
                      <a:pt x="111" y="3655"/>
                    </a:cubicBezTo>
                    <a:lnTo>
                      <a:pt x="111" y="223"/>
                    </a:lnTo>
                    <a:cubicBezTo>
                      <a:pt x="111" y="158"/>
                      <a:pt x="158" y="111"/>
                      <a:pt x="213" y="111"/>
                    </a:cubicBezTo>
                    <a:close/>
                    <a:moveTo>
                      <a:pt x="213" y="0"/>
                    </a:moveTo>
                    <a:cubicBezTo>
                      <a:pt x="93" y="0"/>
                      <a:pt x="0" y="93"/>
                      <a:pt x="0" y="223"/>
                    </a:cubicBezTo>
                    <a:lnTo>
                      <a:pt x="0" y="3655"/>
                    </a:lnTo>
                    <a:cubicBezTo>
                      <a:pt x="0" y="3776"/>
                      <a:pt x="93" y="3878"/>
                      <a:pt x="213" y="3878"/>
                    </a:cubicBezTo>
                    <a:lnTo>
                      <a:pt x="3182" y="3878"/>
                    </a:lnTo>
                    <a:cubicBezTo>
                      <a:pt x="3303" y="3878"/>
                      <a:pt x="3405" y="3776"/>
                      <a:pt x="3405" y="3655"/>
                    </a:cubicBezTo>
                    <a:lnTo>
                      <a:pt x="3405" y="223"/>
                    </a:lnTo>
                    <a:cubicBezTo>
                      <a:pt x="3405" y="93"/>
                      <a:pt x="3303" y="0"/>
                      <a:pt x="318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87" name="Google Shape;387;p19"/>
              <p:cNvSpPr/>
              <p:nvPr/>
            </p:nvSpPr>
            <p:spPr>
              <a:xfrm>
                <a:off x="7448814" y="2585725"/>
                <a:ext cx="159688" cy="31858"/>
              </a:xfrm>
              <a:custGeom>
                <a:avLst/>
                <a:gdLst/>
                <a:ahLst/>
                <a:cxnLst/>
                <a:rect l="l" t="t" r="r" b="b"/>
                <a:pathLst>
                  <a:path w="2005" h="400" extrusionOk="0">
                    <a:moveTo>
                      <a:pt x="400" y="1"/>
                    </a:moveTo>
                    <a:cubicBezTo>
                      <a:pt x="177" y="1"/>
                      <a:pt x="1" y="177"/>
                      <a:pt x="1" y="400"/>
                    </a:cubicBezTo>
                    <a:lnTo>
                      <a:pt x="2005" y="400"/>
                    </a:lnTo>
                    <a:cubicBezTo>
                      <a:pt x="2005" y="177"/>
                      <a:pt x="1828" y="1"/>
                      <a:pt x="16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88" name="Google Shape;388;p19"/>
              <p:cNvSpPr/>
              <p:nvPr/>
            </p:nvSpPr>
            <p:spPr>
              <a:xfrm>
                <a:off x="7443637" y="2580549"/>
                <a:ext cx="169325" cy="41495"/>
              </a:xfrm>
              <a:custGeom>
                <a:avLst/>
                <a:gdLst/>
                <a:ahLst/>
                <a:cxnLst/>
                <a:rect l="l" t="t" r="r" b="b"/>
                <a:pathLst>
                  <a:path w="2126" h="521" extrusionOk="0">
                    <a:moveTo>
                      <a:pt x="1671" y="121"/>
                    </a:moveTo>
                    <a:cubicBezTo>
                      <a:pt x="1838" y="121"/>
                      <a:pt x="1977" y="242"/>
                      <a:pt x="2005" y="409"/>
                    </a:cubicBezTo>
                    <a:lnTo>
                      <a:pt x="121" y="409"/>
                    </a:lnTo>
                    <a:cubicBezTo>
                      <a:pt x="149" y="242"/>
                      <a:pt x="288" y="121"/>
                      <a:pt x="465" y="121"/>
                    </a:cubicBezTo>
                    <a:close/>
                    <a:moveTo>
                      <a:pt x="465" y="1"/>
                    </a:moveTo>
                    <a:cubicBezTo>
                      <a:pt x="205" y="1"/>
                      <a:pt x="1" y="205"/>
                      <a:pt x="1" y="465"/>
                    </a:cubicBezTo>
                    <a:cubicBezTo>
                      <a:pt x="1" y="520"/>
                      <a:pt x="1" y="520"/>
                      <a:pt x="353" y="520"/>
                    </a:cubicBezTo>
                    <a:lnTo>
                      <a:pt x="1736" y="520"/>
                    </a:lnTo>
                    <a:cubicBezTo>
                      <a:pt x="2125" y="520"/>
                      <a:pt x="2125" y="520"/>
                      <a:pt x="2125" y="465"/>
                    </a:cubicBezTo>
                    <a:cubicBezTo>
                      <a:pt x="2125" y="205"/>
                      <a:pt x="1921" y="1"/>
                      <a:pt x="167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89" name="Google Shape;389;p19"/>
              <p:cNvSpPr/>
              <p:nvPr/>
            </p:nvSpPr>
            <p:spPr>
              <a:xfrm>
                <a:off x="7500583" y="2556894"/>
                <a:ext cx="55433" cy="55513"/>
              </a:xfrm>
              <a:custGeom>
                <a:avLst/>
                <a:gdLst/>
                <a:ahLst/>
                <a:cxnLst/>
                <a:rect l="l" t="t" r="r" b="b"/>
                <a:pathLst>
                  <a:path w="696" h="697" extrusionOk="0">
                    <a:moveTo>
                      <a:pt x="353" y="1"/>
                    </a:moveTo>
                    <a:cubicBezTo>
                      <a:pt x="158" y="1"/>
                      <a:pt x="0" y="159"/>
                      <a:pt x="0" y="353"/>
                    </a:cubicBezTo>
                    <a:cubicBezTo>
                      <a:pt x="0" y="548"/>
                      <a:pt x="158" y="697"/>
                      <a:pt x="353" y="697"/>
                    </a:cubicBezTo>
                    <a:cubicBezTo>
                      <a:pt x="538" y="697"/>
                      <a:pt x="696" y="548"/>
                      <a:pt x="696" y="353"/>
                    </a:cubicBezTo>
                    <a:cubicBezTo>
                      <a:pt x="696" y="159"/>
                      <a:pt x="538" y="1"/>
                      <a:pt x="35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90" name="Google Shape;390;p19"/>
              <p:cNvSpPr/>
              <p:nvPr/>
            </p:nvSpPr>
            <p:spPr>
              <a:xfrm>
                <a:off x="7496123" y="2552514"/>
                <a:ext cx="65070" cy="65070"/>
              </a:xfrm>
              <a:custGeom>
                <a:avLst/>
                <a:gdLst/>
                <a:ahLst/>
                <a:cxnLst/>
                <a:rect l="l" t="t" r="r" b="b"/>
                <a:pathLst>
                  <a:path w="817" h="817" extrusionOk="0">
                    <a:moveTo>
                      <a:pt x="409" y="121"/>
                    </a:moveTo>
                    <a:cubicBezTo>
                      <a:pt x="566" y="121"/>
                      <a:pt x="696" y="251"/>
                      <a:pt x="696" y="408"/>
                    </a:cubicBezTo>
                    <a:cubicBezTo>
                      <a:pt x="696" y="566"/>
                      <a:pt x="566" y="696"/>
                      <a:pt x="409" y="696"/>
                    </a:cubicBezTo>
                    <a:cubicBezTo>
                      <a:pt x="251" y="696"/>
                      <a:pt x="121" y="566"/>
                      <a:pt x="121" y="408"/>
                    </a:cubicBezTo>
                    <a:cubicBezTo>
                      <a:pt x="121" y="251"/>
                      <a:pt x="251" y="121"/>
                      <a:pt x="409" y="121"/>
                    </a:cubicBezTo>
                    <a:close/>
                    <a:moveTo>
                      <a:pt x="409" y="0"/>
                    </a:moveTo>
                    <a:cubicBezTo>
                      <a:pt x="186" y="0"/>
                      <a:pt x="0" y="186"/>
                      <a:pt x="0" y="408"/>
                    </a:cubicBezTo>
                    <a:cubicBezTo>
                      <a:pt x="0" y="631"/>
                      <a:pt x="186" y="817"/>
                      <a:pt x="409" y="817"/>
                    </a:cubicBezTo>
                    <a:cubicBezTo>
                      <a:pt x="631" y="817"/>
                      <a:pt x="817" y="631"/>
                      <a:pt x="817" y="408"/>
                    </a:cubicBezTo>
                    <a:cubicBezTo>
                      <a:pt x="817" y="186"/>
                      <a:pt x="631" y="0"/>
                      <a:pt x="40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91" name="Google Shape;391;p19"/>
              <p:cNvSpPr/>
              <p:nvPr/>
            </p:nvSpPr>
            <p:spPr>
              <a:xfrm>
                <a:off x="7516830" y="2570195"/>
                <a:ext cx="22938" cy="22301"/>
              </a:xfrm>
              <a:custGeom>
                <a:avLst/>
                <a:gdLst/>
                <a:ahLst/>
                <a:cxnLst/>
                <a:rect l="l" t="t" r="r" b="b"/>
                <a:pathLst>
                  <a:path w="288" h="280" extrusionOk="0">
                    <a:moveTo>
                      <a:pt x="149" y="1"/>
                    </a:moveTo>
                    <a:cubicBezTo>
                      <a:pt x="65" y="1"/>
                      <a:pt x="0" y="56"/>
                      <a:pt x="0" y="140"/>
                    </a:cubicBezTo>
                    <a:cubicBezTo>
                      <a:pt x="0" y="214"/>
                      <a:pt x="65" y="279"/>
                      <a:pt x="149" y="279"/>
                    </a:cubicBezTo>
                    <a:cubicBezTo>
                      <a:pt x="223" y="279"/>
                      <a:pt x="288" y="214"/>
                      <a:pt x="288" y="140"/>
                    </a:cubicBezTo>
                    <a:cubicBezTo>
                      <a:pt x="288" y="66"/>
                      <a:pt x="223" y="1"/>
                      <a:pt x="14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92" name="Google Shape;392;p19"/>
              <p:cNvSpPr/>
              <p:nvPr/>
            </p:nvSpPr>
            <p:spPr>
              <a:xfrm>
                <a:off x="7512370" y="2565018"/>
                <a:ext cx="31858" cy="31858"/>
              </a:xfrm>
              <a:custGeom>
                <a:avLst/>
                <a:gdLst/>
                <a:ahLst/>
                <a:cxnLst/>
                <a:rect l="l" t="t" r="r" b="b"/>
                <a:pathLst>
                  <a:path w="400" h="400" extrusionOk="0">
                    <a:moveTo>
                      <a:pt x="205" y="121"/>
                    </a:moveTo>
                    <a:cubicBezTo>
                      <a:pt x="251" y="121"/>
                      <a:pt x="288" y="159"/>
                      <a:pt x="288" y="205"/>
                    </a:cubicBezTo>
                    <a:cubicBezTo>
                      <a:pt x="288" y="251"/>
                      <a:pt x="251" y="288"/>
                      <a:pt x="205" y="288"/>
                    </a:cubicBezTo>
                    <a:cubicBezTo>
                      <a:pt x="158" y="288"/>
                      <a:pt x="121" y="251"/>
                      <a:pt x="121" y="205"/>
                    </a:cubicBezTo>
                    <a:cubicBezTo>
                      <a:pt x="121" y="159"/>
                      <a:pt x="158" y="121"/>
                      <a:pt x="205" y="121"/>
                    </a:cubicBezTo>
                    <a:close/>
                    <a:moveTo>
                      <a:pt x="205" y="1"/>
                    </a:moveTo>
                    <a:cubicBezTo>
                      <a:pt x="93" y="1"/>
                      <a:pt x="1" y="94"/>
                      <a:pt x="1" y="205"/>
                    </a:cubicBezTo>
                    <a:cubicBezTo>
                      <a:pt x="1" y="316"/>
                      <a:pt x="93" y="400"/>
                      <a:pt x="205" y="400"/>
                    </a:cubicBezTo>
                    <a:cubicBezTo>
                      <a:pt x="316" y="400"/>
                      <a:pt x="399" y="316"/>
                      <a:pt x="399" y="205"/>
                    </a:cubicBezTo>
                    <a:cubicBezTo>
                      <a:pt x="399" y="94"/>
                      <a:pt x="316" y="1"/>
                      <a:pt x="20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93" name="Google Shape;393;p19"/>
              <p:cNvSpPr/>
              <p:nvPr/>
            </p:nvSpPr>
            <p:spPr>
              <a:xfrm>
                <a:off x="7442204" y="2676600"/>
                <a:ext cx="178086" cy="9717"/>
              </a:xfrm>
              <a:custGeom>
                <a:avLst/>
                <a:gdLst/>
                <a:ahLst/>
                <a:cxnLst/>
                <a:rect l="l" t="t" r="r" b="b"/>
                <a:pathLst>
                  <a:path w="2236" h="122" extrusionOk="0">
                    <a:moveTo>
                      <a:pt x="56" y="1"/>
                    </a:moveTo>
                    <a:cubicBezTo>
                      <a:pt x="19" y="1"/>
                      <a:pt x="0" y="29"/>
                      <a:pt x="0" y="56"/>
                    </a:cubicBezTo>
                    <a:cubicBezTo>
                      <a:pt x="0" y="93"/>
                      <a:pt x="19" y="121"/>
                      <a:pt x="56" y="121"/>
                    </a:cubicBezTo>
                    <a:lnTo>
                      <a:pt x="2180" y="121"/>
                    </a:lnTo>
                    <a:cubicBezTo>
                      <a:pt x="2208" y="121"/>
                      <a:pt x="2236" y="93"/>
                      <a:pt x="2236" y="56"/>
                    </a:cubicBezTo>
                    <a:cubicBezTo>
                      <a:pt x="2236" y="29"/>
                      <a:pt x="2208" y="1"/>
                      <a:pt x="218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94" name="Google Shape;394;p19"/>
              <p:cNvSpPr/>
              <p:nvPr/>
            </p:nvSpPr>
            <p:spPr>
              <a:xfrm>
                <a:off x="7496840" y="2655175"/>
                <a:ext cx="68096" cy="9717"/>
              </a:xfrm>
              <a:custGeom>
                <a:avLst/>
                <a:gdLst/>
                <a:ahLst/>
                <a:cxnLst/>
                <a:rect l="l" t="t" r="r" b="b"/>
                <a:pathLst>
                  <a:path w="855" h="122" extrusionOk="0">
                    <a:moveTo>
                      <a:pt x="66" y="1"/>
                    </a:moveTo>
                    <a:cubicBezTo>
                      <a:pt x="29" y="1"/>
                      <a:pt x="1" y="28"/>
                      <a:pt x="1" y="56"/>
                    </a:cubicBezTo>
                    <a:cubicBezTo>
                      <a:pt x="1" y="93"/>
                      <a:pt x="29" y="121"/>
                      <a:pt x="66" y="121"/>
                    </a:cubicBezTo>
                    <a:lnTo>
                      <a:pt x="799" y="121"/>
                    </a:lnTo>
                    <a:cubicBezTo>
                      <a:pt x="826" y="121"/>
                      <a:pt x="854" y="93"/>
                      <a:pt x="854" y="56"/>
                    </a:cubicBezTo>
                    <a:cubicBezTo>
                      <a:pt x="854" y="28"/>
                      <a:pt x="826" y="1"/>
                      <a:pt x="79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95" name="Google Shape;395;p19"/>
              <p:cNvSpPr/>
              <p:nvPr/>
            </p:nvSpPr>
            <p:spPr>
              <a:xfrm>
                <a:off x="7496840" y="2727572"/>
                <a:ext cx="68096" cy="9000"/>
              </a:xfrm>
              <a:custGeom>
                <a:avLst/>
                <a:gdLst/>
                <a:ahLst/>
                <a:cxnLst/>
                <a:rect l="l" t="t" r="r" b="b"/>
                <a:pathLst>
                  <a:path w="855" h="113" extrusionOk="0">
                    <a:moveTo>
                      <a:pt x="66" y="1"/>
                    </a:moveTo>
                    <a:cubicBezTo>
                      <a:pt x="29" y="1"/>
                      <a:pt x="1" y="29"/>
                      <a:pt x="1" y="56"/>
                    </a:cubicBezTo>
                    <a:cubicBezTo>
                      <a:pt x="1" y="94"/>
                      <a:pt x="29" y="112"/>
                      <a:pt x="66" y="112"/>
                    </a:cubicBezTo>
                    <a:lnTo>
                      <a:pt x="799" y="112"/>
                    </a:lnTo>
                    <a:cubicBezTo>
                      <a:pt x="826" y="112"/>
                      <a:pt x="854" y="94"/>
                      <a:pt x="854" y="56"/>
                    </a:cubicBezTo>
                    <a:cubicBezTo>
                      <a:pt x="854" y="29"/>
                      <a:pt x="826" y="1"/>
                      <a:pt x="79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96" name="Google Shape;396;p19"/>
              <p:cNvSpPr/>
              <p:nvPr/>
            </p:nvSpPr>
            <p:spPr>
              <a:xfrm>
                <a:off x="7496840" y="2802199"/>
                <a:ext cx="68096" cy="9000"/>
              </a:xfrm>
              <a:custGeom>
                <a:avLst/>
                <a:gdLst/>
                <a:ahLst/>
                <a:cxnLst/>
                <a:rect l="l" t="t" r="r" b="b"/>
                <a:pathLst>
                  <a:path w="855" h="113" extrusionOk="0">
                    <a:moveTo>
                      <a:pt x="66" y="1"/>
                    </a:moveTo>
                    <a:cubicBezTo>
                      <a:pt x="29" y="1"/>
                      <a:pt x="1" y="29"/>
                      <a:pt x="1" y="56"/>
                    </a:cubicBezTo>
                    <a:cubicBezTo>
                      <a:pt x="1" y="93"/>
                      <a:pt x="29" y="112"/>
                      <a:pt x="66" y="112"/>
                    </a:cubicBezTo>
                    <a:lnTo>
                      <a:pt x="799" y="112"/>
                    </a:lnTo>
                    <a:cubicBezTo>
                      <a:pt x="826" y="112"/>
                      <a:pt x="854" y="93"/>
                      <a:pt x="854" y="56"/>
                    </a:cubicBezTo>
                    <a:cubicBezTo>
                      <a:pt x="854" y="29"/>
                      <a:pt x="826" y="1"/>
                      <a:pt x="79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97" name="Google Shape;397;p19"/>
              <p:cNvSpPr/>
              <p:nvPr/>
            </p:nvSpPr>
            <p:spPr>
              <a:xfrm>
                <a:off x="7442204" y="2698741"/>
                <a:ext cx="178086" cy="9000"/>
              </a:xfrm>
              <a:custGeom>
                <a:avLst/>
                <a:gdLst/>
                <a:ahLst/>
                <a:cxnLst/>
                <a:rect l="l" t="t" r="r" b="b"/>
                <a:pathLst>
                  <a:path w="2236" h="113" extrusionOk="0">
                    <a:moveTo>
                      <a:pt x="56" y="1"/>
                    </a:moveTo>
                    <a:cubicBezTo>
                      <a:pt x="19" y="1"/>
                      <a:pt x="0" y="29"/>
                      <a:pt x="0" y="57"/>
                    </a:cubicBezTo>
                    <a:cubicBezTo>
                      <a:pt x="0" y="94"/>
                      <a:pt x="19" y="112"/>
                      <a:pt x="56" y="112"/>
                    </a:cubicBezTo>
                    <a:lnTo>
                      <a:pt x="2180" y="112"/>
                    </a:lnTo>
                    <a:cubicBezTo>
                      <a:pt x="2208" y="112"/>
                      <a:pt x="2236" y="94"/>
                      <a:pt x="2236" y="57"/>
                    </a:cubicBezTo>
                    <a:cubicBezTo>
                      <a:pt x="2236" y="29"/>
                      <a:pt x="2208" y="1"/>
                      <a:pt x="218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98" name="Google Shape;398;p19"/>
              <p:cNvSpPr/>
              <p:nvPr/>
            </p:nvSpPr>
            <p:spPr>
              <a:xfrm>
                <a:off x="7442204" y="2753456"/>
                <a:ext cx="178086" cy="8920"/>
              </a:xfrm>
              <a:custGeom>
                <a:avLst/>
                <a:gdLst/>
                <a:ahLst/>
                <a:cxnLst/>
                <a:rect l="l" t="t" r="r" b="b"/>
                <a:pathLst>
                  <a:path w="2236" h="112" extrusionOk="0">
                    <a:moveTo>
                      <a:pt x="56" y="0"/>
                    </a:moveTo>
                    <a:cubicBezTo>
                      <a:pt x="19" y="0"/>
                      <a:pt x="0" y="28"/>
                      <a:pt x="0" y="56"/>
                    </a:cubicBezTo>
                    <a:cubicBezTo>
                      <a:pt x="0" y="93"/>
                      <a:pt x="19" y="112"/>
                      <a:pt x="56" y="112"/>
                    </a:cubicBezTo>
                    <a:lnTo>
                      <a:pt x="2180" y="112"/>
                    </a:lnTo>
                    <a:cubicBezTo>
                      <a:pt x="2208" y="112"/>
                      <a:pt x="2236" y="93"/>
                      <a:pt x="2236" y="56"/>
                    </a:cubicBezTo>
                    <a:cubicBezTo>
                      <a:pt x="2236" y="28"/>
                      <a:pt x="2208" y="0"/>
                      <a:pt x="218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99" name="Google Shape;399;p19"/>
              <p:cNvSpPr/>
              <p:nvPr/>
            </p:nvSpPr>
            <p:spPr>
              <a:xfrm>
                <a:off x="7442204" y="2775598"/>
                <a:ext cx="178086" cy="9000"/>
              </a:xfrm>
              <a:custGeom>
                <a:avLst/>
                <a:gdLst/>
                <a:ahLst/>
                <a:cxnLst/>
                <a:rect l="l" t="t" r="r" b="b"/>
                <a:pathLst>
                  <a:path w="2236" h="113" extrusionOk="0">
                    <a:moveTo>
                      <a:pt x="56" y="1"/>
                    </a:moveTo>
                    <a:cubicBezTo>
                      <a:pt x="19" y="1"/>
                      <a:pt x="0" y="29"/>
                      <a:pt x="0" y="56"/>
                    </a:cubicBezTo>
                    <a:cubicBezTo>
                      <a:pt x="0" y="94"/>
                      <a:pt x="19" y="112"/>
                      <a:pt x="56" y="112"/>
                    </a:cubicBezTo>
                    <a:lnTo>
                      <a:pt x="2180" y="112"/>
                    </a:lnTo>
                    <a:cubicBezTo>
                      <a:pt x="2208" y="112"/>
                      <a:pt x="2236" y="94"/>
                      <a:pt x="2236" y="56"/>
                    </a:cubicBezTo>
                    <a:cubicBezTo>
                      <a:pt x="2236" y="29"/>
                      <a:pt x="2208" y="1"/>
                      <a:pt x="218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00" name="Google Shape;400;p19"/>
              <p:cNvSpPr/>
              <p:nvPr/>
            </p:nvSpPr>
            <p:spPr>
              <a:xfrm>
                <a:off x="7442204" y="2828800"/>
                <a:ext cx="178086" cy="9717"/>
              </a:xfrm>
              <a:custGeom>
                <a:avLst/>
                <a:gdLst/>
                <a:ahLst/>
                <a:cxnLst/>
                <a:rect l="l" t="t" r="r" b="b"/>
                <a:pathLst>
                  <a:path w="2236" h="122" extrusionOk="0">
                    <a:moveTo>
                      <a:pt x="56" y="1"/>
                    </a:moveTo>
                    <a:cubicBezTo>
                      <a:pt x="19" y="1"/>
                      <a:pt x="0" y="28"/>
                      <a:pt x="0" y="56"/>
                    </a:cubicBezTo>
                    <a:cubicBezTo>
                      <a:pt x="0" y="93"/>
                      <a:pt x="19" y="121"/>
                      <a:pt x="56" y="121"/>
                    </a:cubicBezTo>
                    <a:lnTo>
                      <a:pt x="2180" y="121"/>
                    </a:lnTo>
                    <a:cubicBezTo>
                      <a:pt x="2208" y="121"/>
                      <a:pt x="2236" y="93"/>
                      <a:pt x="2236" y="56"/>
                    </a:cubicBezTo>
                    <a:cubicBezTo>
                      <a:pt x="2236" y="28"/>
                      <a:pt x="2208" y="1"/>
                      <a:pt x="218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401" name="Google Shape;401;p19"/>
            <p:cNvGrpSpPr/>
            <p:nvPr/>
          </p:nvGrpSpPr>
          <p:grpSpPr>
            <a:xfrm>
              <a:off x="3657353" y="1571295"/>
              <a:ext cx="1466651" cy="1625718"/>
              <a:chOff x="6964178" y="2817557"/>
              <a:chExt cx="1466651" cy="1625718"/>
            </a:xfrm>
          </p:grpSpPr>
          <p:sp>
            <p:nvSpPr>
              <p:cNvPr id="402" name="Google Shape;402;p19"/>
              <p:cNvSpPr/>
              <p:nvPr/>
            </p:nvSpPr>
            <p:spPr>
              <a:xfrm>
                <a:off x="8050212" y="2817557"/>
                <a:ext cx="149334" cy="149334"/>
              </a:xfrm>
              <a:custGeom>
                <a:avLst/>
                <a:gdLst/>
                <a:ahLst/>
                <a:cxnLst/>
                <a:rect l="l" t="t" r="r" b="b"/>
                <a:pathLst>
                  <a:path w="1875" h="1875" extrusionOk="0">
                    <a:moveTo>
                      <a:pt x="938" y="177"/>
                    </a:moveTo>
                    <a:lnTo>
                      <a:pt x="1198" y="650"/>
                    </a:lnTo>
                    <a:cubicBezTo>
                      <a:pt x="1207" y="659"/>
                      <a:pt x="1216" y="668"/>
                      <a:pt x="1225" y="678"/>
                    </a:cubicBezTo>
                    <a:lnTo>
                      <a:pt x="1699" y="937"/>
                    </a:lnTo>
                    <a:lnTo>
                      <a:pt x="1225" y="1197"/>
                    </a:lnTo>
                    <a:cubicBezTo>
                      <a:pt x="1216" y="1197"/>
                      <a:pt x="1207" y="1206"/>
                      <a:pt x="1198" y="1216"/>
                    </a:cubicBezTo>
                    <a:lnTo>
                      <a:pt x="938" y="1689"/>
                    </a:lnTo>
                    <a:lnTo>
                      <a:pt x="678" y="1216"/>
                    </a:lnTo>
                    <a:cubicBezTo>
                      <a:pt x="678" y="1206"/>
                      <a:pt x="669" y="1197"/>
                      <a:pt x="660" y="1197"/>
                    </a:cubicBezTo>
                    <a:lnTo>
                      <a:pt x="186" y="928"/>
                    </a:lnTo>
                    <a:lnTo>
                      <a:pt x="660" y="678"/>
                    </a:lnTo>
                    <a:cubicBezTo>
                      <a:pt x="669" y="668"/>
                      <a:pt x="678" y="659"/>
                      <a:pt x="678" y="650"/>
                    </a:cubicBezTo>
                    <a:lnTo>
                      <a:pt x="938" y="177"/>
                    </a:lnTo>
                    <a:close/>
                    <a:moveTo>
                      <a:pt x="938" y="0"/>
                    </a:moveTo>
                    <a:cubicBezTo>
                      <a:pt x="919" y="0"/>
                      <a:pt x="901" y="10"/>
                      <a:pt x="891" y="28"/>
                    </a:cubicBezTo>
                    <a:lnTo>
                      <a:pt x="585" y="585"/>
                    </a:lnTo>
                    <a:lnTo>
                      <a:pt x="29" y="882"/>
                    </a:lnTo>
                    <a:cubicBezTo>
                      <a:pt x="10" y="891"/>
                      <a:pt x="1" y="910"/>
                      <a:pt x="1" y="928"/>
                    </a:cubicBezTo>
                    <a:cubicBezTo>
                      <a:pt x="1" y="956"/>
                      <a:pt x="10" y="974"/>
                      <a:pt x="29" y="984"/>
                    </a:cubicBezTo>
                    <a:lnTo>
                      <a:pt x="585" y="1290"/>
                    </a:lnTo>
                    <a:lnTo>
                      <a:pt x="882" y="1837"/>
                    </a:lnTo>
                    <a:cubicBezTo>
                      <a:pt x="901" y="1856"/>
                      <a:pt x="919" y="1874"/>
                      <a:pt x="938" y="1874"/>
                    </a:cubicBezTo>
                    <a:cubicBezTo>
                      <a:pt x="956" y="1874"/>
                      <a:pt x="975" y="1856"/>
                      <a:pt x="984" y="1837"/>
                    </a:cubicBezTo>
                    <a:lnTo>
                      <a:pt x="1290" y="1290"/>
                    </a:lnTo>
                    <a:lnTo>
                      <a:pt x="1847" y="984"/>
                    </a:lnTo>
                    <a:cubicBezTo>
                      <a:pt x="1866" y="974"/>
                      <a:pt x="1875" y="956"/>
                      <a:pt x="1875" y="937"/>
                    </a:cubicBezTo>
                    <a:cubicBezTo>
                      <a:pt x="1875" y="919"/>
                      <a:pt x="1866" y="900"/>
                      <a:pt x="1847" y="882"/>
                    </a:cubicBezTo>
                    <a:lnTo>
                      <a:pt x="1290" y="585"/>
                    </a:lnTo>
                    <a:lnTo>
                      <a:pt x="994" y="28"/>
                    </a:lnTo>
                    <a:cubicBezTo>
                      <a:pt x="984" y="10"/>
                      <a:pt x="966" y="0"/>
                      <a:pt x="93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03" name="Google Shape;403;p19"/>
              <p:cNvSpPr/>
              <p:nvPr/>
            </p:nvSpPr>
            <p:spPr>
              <a:xfrm>
                <a:off x="8311760" y="3539546"/>
                <a:ext cx="9000" cy="60689"/>
              </a:xfrm>
              <a:custGeom>
                <a:avLst/>
                <a:gdLst/>
                <a:ahLst/>
                <a:cxnLst/>
                <a:rect l="l" t="t" r="r" b="b"/>
                <a:pathLst>
                  <a:path w="113" h="762" extrusionOk="0">
                    <a:moveTo>
                      <a:pt x="57" y="1"/>
                    </a:moveTo>
                    <a:cubicBezTo>
                      <a:pt x="20" y="1"/>
                      <a:pt x="1" y="29"/>
                      <a:pt x="1" y="56"/>
                    </a:cubicBezTo>
                    <a:lnTo>
                      <a:pt x="1" y="706"/>
                    </a:lnTo>
                    <a:cubicBezTo>
                      <a:pt x="1" y="734"/>
                      <a:pt x="20" y="761"/>
                      <a:pt x="57" y="761"/>
                    </a:cubicBezTo>
                    <a:cubicBezTo>
                      <a:pt x="84" y="761"/>
                      <a:pt x="112" y="734"/>
                      <a:pt x="112" y="706"/>
                    </a:cubicBezTo>
                    <a:lnTo>
                      <a:pt x="112" y="56"/>
                    </a:lnTo>
                    <a:cubicBezTo>
                      <a:pt x="112" y="29"/>
                      <a:pt x="84" y="1"/>
                      <a:pt x="5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04" name="Google Shape;404;p19"/>
              <p:cNvSpPr/>
              <p:nvPr/>
            </p:nvSpPr>
            <p:spPr>
              <a:xfrm>
                <a:off x="8311760" y="3671118"/>
                <a:ext cx="9000" cy="59893"/>
              </a:xfrm>
              <a:custGeom>
                <a:avLst/>
                <a:gdLst/>
                <a:ahLst/>
                <a:cxnLst/>
                <a:rect l="l" t="t" r="r" b="b"/>
                <a:pathLst>
                  <a:path w="113" h="752" extrusionOk="0">
                    <a:moveTo>
                      <a:pt x="57" y="0"/>
                    </a:moveTo>
                    <a:cubicBezTo>
                      <a:pt x="20" y="0"/>
                      <a:pt x="1" y="28"/>
                      <a:pt x="1" y="56"/>
                    </a:cubicBezTo>
                    <a:lnTo>
                      <a:pt x="1" y="696"/>
                    </a:lnTo>
                    <a:cubicBezTo>
                      <a:pt x="1" y="733"/>
                      <a:pt x="20" y="751"/>
                      <a:pt x="57" y="751"/>
                    </a:cubicBezTo>
                    <a:cubicBezTo>
                      <a:pt x="84" y="751"/>
                      <a:pt x="112" y="733"/>
                      <a:pt x="112" y="696"/>
                    </a:cubicBezTo>
                    <a:lnTo>
                      <a:pt x="112" y="56"/>
                    </a:lnTo>
                    <a:cubicBezTo>
                      <a:pt x="112" y="28"/>
                      <a:pt x="84" y="0"/>
                      <a:pt x="5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05" name="Google Shape;405;p19"/>
              <p:cNvSpPr/>
              <p:nvPr/>
            </p:nvSpPr>
            <p:spPr>
              <a:xfrm>
                <a:off x="8351662" y="3631217"/>
                <a:ext cx="60689" cy="8920"/>
              </a:xfrm>
              <a:custGeom>
                <a:avLst/>
                <a:gdLst/>
                <a:ahLst/>
                <a:cxnLst/>
                <a:rect l="l" t="t" r="r" b="b"/>
                <a:pathLst>
                  <a:path w="762" h="112" extrusionOk="0">
                    <a:moveTo>
                      <a:pt x="57" y="0"/>
                    </a:moveTo>
                    <a:cubicBezTo>
                      <a:pt x="29" y="0"/>
                      <a:pt x="1" y="19"/>
                      <a:pt x="1" y="56"/>
                    </a:cubicBezTo>
                    <a:cubicBezTo>
                      <a:pt x="1" y="84"/>
                      <a:pt x="29" y="111"/>
                      <a:pt x="57" y="111"/>
                    </a:cubicBezTo>
                    <a:lnTo>
                      <a:pt x="697" y="111"/>
                    </a:lnTo>
                    <a:cubicBezTo>
                      <a:pt x="734" y="111"/>
                      <a:pt x="762" y="84"/>
                      <a:pt x="762" y="56"/>
                    </a:cubicBezTo>
                    <a:cubicBezTo>
                      <a:pt x="762" y="19"/>
                      <a:pt x="734" y="0"/>
                      <a:pt x="6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06" name="Google Shape;406;p19"/>
              <p:cNvSpPr/>
              <p:nvPr/>
            </p:nvSpPr>
            <p:spPr>
              <a:xfrm>
                <a:off x="8220169" y="3631217"/>
                <a:ext cx="60689" cy="8920"/>
              </a:xfrm>
              <a:custGeom>
                <a:avLst/>
                <a:gdLst/>
                <a:ahLst/>
                <a:cxnLst/>
                <a:rect l="l" t="t" r="r" b="b"/>
                <a:pathLst>
                  <a:path w="762" h="112" extrusionOk="0">
                    <a:moveTo>
                      <a:pt x="66" y="0"/>
                    </a:moveTo>
                    <a:cubicBezTo>
                      <a:pt x="28" y="0"/>
                      <a:pt x="1" y="19"/>
                      <a:pt x="1" y="56"/>
                    </a:cubicBezTo>
                    <a:cubicBezTo>
                      <a:pt x="1" y="84"/>
                      <a:pt x="28" y="111"/>
                      <a:pt x="66" y="111"/>
                    </a:cubicBezTo>
                    <a:lnTo>
                      <a:pt x="706" y="111"/>
                    </a:lnTo>
                    <a:cubicBezTo>
                      <a:pt x="734" y="111"/>
                      <a:pt x="761" y="84"/>
                      <a:pt x="761" y="56"/>
                    </a:cubicBezTo>
                    <a:cubicBezTo>
                      <a:pt x="761" y="19"/>
                      <a:pt x="734" y="0"/>
                      <a:pt x="70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07" name="Google Shape;407;p19"/>
              <p:cNvSpPr/>
              <p:nvPr/>
            </p:nvSpPr>
            <p:spPr>
              <a:xfrm>
                <a:off x="8251948" y="3663711"/>
                <a:ext cx="36318" cy="36238"/>
              </a:xfrm>
              <a:custGeom>
                <a:avLst/>
                <a:gdLst/>
                <a:ahLst/>
                <a:cxnLst/>
                <a:rect l="l" t="t" r="r" b="b"/>
                <a:pathLst>
                  <a:path w="456" h="455" extrusionOk="0">
                    <a:moveTo>
                      <a:pt x="1" y="455"/>
                    </a:moveTo>
                    <a:lnTo>
                      <a:pt x="455" y="0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08" name="Google Shape;408;p19"/>
              <p:cNvSpPr/>
              <p:nvPr/>
            </p:nvSpPr>
            <p:spPr>
              <a:xfrm>
                <a:off x="8246771" y="3659092"/>
                <a:ext cx="46672" cy="45318"/>
              </a:xfrm>
              <a:custGeom>
                <a:avLst/>
                <a:gdLst/>
                <a:ahLst/>
                <a:cxnLst/>
                <a:rect l="l" t="t" r="r" b="b"/>
                <a:pathLst>
                  <a:path w="586" h="569" extrusionOk="0">
                    <a:moveTo>
                      <a:pt x="519" y="0"/>
                    </a:moveTo>
                    <a:cubicBezTo>
                      <a:pt x="504" y="0"/>
                      <a:pt x="488" y="7"/>
                      <a:pt x="474" y="21"/>
                    </a:cubicBezTo>
                    <a:lnTo>
                      <a:pt x="19" y="476"/>
                    </a:lnTo>
                    <a:cubicBezTo>
                      <a:pt x="1" y="494"/>
                      <a:pt x="1" y="531"/>
                      <a:pt x="19" y="550"/>
                    </a:cubicBezTo>
                    <a:cubicBezTo>
                      <a:pt x="38" y="568"/>
                      <a:pt x="47" y="568"/>
                      <a:pt x="66" y="568"/>
                    </a:cubicBezTo>
                    <a:cubicBezTo>
                      <a:pt x="75" y="568"/>
                      <a:pt x="93" y="568"/>
                      <a:pt x="103" y="550"/>
                    </a:cubicBezTo>
                    <a:lnTo>
                      <a:pt x="557" y="105"/>
                    </a:lnTo>
                    <a:cubicBezTo>
                      <a:pt x="585" y="77"/>
                      <a:pt x="585" y="40"/>
                      <a:pt x="557" y="21"/>
                    </a:cubicBezTo>
                    <a:cubicBezTo>
                      <a:pt x="548" y="7"/>
                      <a:pt x="534" y="0"/>
                      <a:pt x="51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09" name="Google Shape;409;p19"/>
              <p:cNvSpPr/>
              <p:nvPr/>
            </p:nvSpPr>
            <p:spPr>
              <a:xfrm>
                <a:off x="8344335" y="3571324"/>
                <a:ext cx="36238" cy="35522"/>
              </a:xfrm>
              <a:custGeom>
                <a:avLst/>
                <a:gdLst/>
                <a:ahLst/>
                <a:cxnLst/>
                <a:rect l="l" t="t" r="r" b="b"/>
                <a:pathLst>
                  <a:path w="455" h="446" extrusionOk="0">
                    <a:moveTo>
                      <a:pt x="0" y="446"/>
                    </a:moveTo>
                    <a:lnTo>
                      <a:pt x="455" y="1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10" name="Google Shape;410;p19"/>
              <p:cNvSpPr/>
              <p:nvPr/>
            </p:nvSpPr>
            <p:spPr>
              <a:xfrm>
                <a:off x="8339158" y="3566545"/>
                <a:ext cx="46592" cy="45477"/>
              </a:xfrm>
              <a:custGeom>
                <a:avLst/>
                <a:gdLst/>
                <a:ahLst/>
                <a:cxnLst/>
                <a:rect l="l" t="t" r="r" b="b"/>
                <a:pathLst>
                  <a:path w="585" h="571" extrusionOk="0">
                    <a:moveTo>
                      <a:pt x="521" y="0"/>
                    </a:moveTo>
                    <a:cubicBezTo>
                      <a:pt x="506" y="0"/>
                      <a:pt x="492" y="5"/>
                      <a:pt x="483" y="14"/>
                    </a:cubicBezTo>
                    <a:lnTo>
                      <a:pt x="28" y="469"/>
                    </a:lnTo>
                    <a:cubicBezTo>
                      <a:pt x="0" y="487"/>
                      <a:pt x="0" y="525"/>
                      <a:pt x="28" y="552"/>
                    </a:cubicBezTo>
                    <a:cubicBezTo>
                      <a:pt x="37" y="562"/>
                      <a:pt x="56" y="571"/>
                      <a:pt x="65" y="571"/>
                    </a:cubicBezTo>
                    <a:cubicBezTo>
                      <a:pt x="84" y="571"/>
                      <a:pt x="93" y="562"/>
                      <a:pt x="112" y="552"/>
                    </a:cubicBezTo>
                    <a:lnTo>
                      <a:pt x="566" y="98"/>
                    </a:lnTo>
                    <a:cubicBezTo>
                      <a:pt x="585" y="70"/>
                      <a:pt x="585" y="42"/>
                      <a:pt x="566" y="14"/>
                    </a:cubicBezTo>
                    <a:cubicBezTo>
                      <a:pt x="552" y="5"/>
                      <a:pt x="536" y="0"/>
                      <a:pt x="52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11" name="Google Shape;411;p19"/>
              <p:cNvSpPr/>
              <p:nvPr/>
            </p:nvSpPr>
            <p:spPr>
              <a:xfrm>
                <a:off x="8251948" y="3571324"/>
                <a:ext cx="36318" cy="35522"/>
              </a:xfrm>
              <a:custGeom>
                <a:avLst/>
                <a:gdLst/>
                <a:ahLst/>
                <a:cxnLst/>
                <a:rect l="l" t="t" r="r" b="b"/>
                <a:pathLst>
                  <a:path w="456" h="446" extrusionOk="0">
                    <a:moveTo>
                      <a:pt x="1" y="1"/>
                    </a:moveTo>
                    <a:lnTo>
                      <a:pt x="455" y="446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12" name="Google Shape;412;p19"/>
              <p:cNvSpPr/>
              <p:nvPr/>
            </p:nvSpPr>
            <p:spPr>
              <a:xfrm>
                <a:off x="8246771" y="3566545"/>
                <a:ext cx="46672" cy="45477"/>
              </a:xfrm>
              <a:custGeom>
                <a:avLst/>
                <a:gdLst/>
                <a:ahLst/>
                <a:cxnLst/>
                <a:rect l="l" t="t" r="r" b="b"/>
                <a:pathLst>
                  <a:path w="586" h="571" extrusionOk="0">
                    <a:moveTo>
                      <a:pt x="64" y="0"/>
                    </a:moveTo>
                    <a:cubicBezTo>
                      <a:pt x="49" y="0"/>
                      <a:pt x="33" y="5"/>
                      <a:pt x="19" y="14"/>
                    </a:cubicBezTo>
                    <a:cubicBezTo>
                      <a:pt x="1" y="42"/>
                      <a:pt x="1" y="70"/>
                      <a:pt x="19" y="98"/>
                    </a:cubicBezTo>
                    <a:lnTo>
                      <a:pt x="474" y="552"/>
                    </a:lnTo>
                    <a:cubicBezTo>
                      <a:pt x="483" y="562"/>
                      <a:pt x="502" y="571"/>
                      <a:pt x="520" y="571"/>
                    </a:cubicBezTo>
                    <a:cubicBezTo>
                      <a:pt x="529" y="571"/>
                      <a:pt x="548" y="562"/>
                      <a:pt x="557" y="552"/>
                    </a:cubicBezTo>
                    <a:cubicBezTo>
                      <a:pt x="585" y="525"/>
                      <a:pt x="585" y="487"/>
                      <a:pt x="557" y="469"/>
                    </a:cubicBezTo>
                    <a:lnTo>
                      <a:pt x="103" y="14"/>
                    </a:lnTo>
                    <a:cubicBezTo>
                      <a:pt x="93" y="5"/>
                      <a:pt x="79" y="0"/>
                      <a:pt x="6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13" name="Google Shape;413;p19"/>
              <p:cNvSpPr/>
              <p:nvPr/>
            </p:nvSpPr>
            <p:spPr>
              <a:xfrm>
                <a:off x="8344335" y="3663711"/>
                <a:ext cx="36238" cy="36238"/>
              </a:xfrm>
              <a:custGeom>
                <a:avLst/>
                <a:gdLst/>
                <a:ahLst/>
                <a:cxnLst/>
                <a:rect l="l" t="t" r="r" b="b"/>
                <a:pathLst>
                  <a:path w="455" h="455" extrusionOk="0">
                    <a:moveTo>
                      <a:pt x="0" y="0"/>
                    </a:moveTo>
                    <a:lnTo>
                      <a:pt x="455" y="455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14" name="Google Shape;414;p19"/>
              <p:cNvSpPr/>
              <p:nvPr/>
            </p:nvSpPr>
            <p:spPr>
              <a:xfrm>
                <a:off x="8339158" y="3659092"/>
                <a:ext cx="46592" cy="45318"/>
              </a:xfrm>
              <a:custGeom>
                <a:avLst/>
                <a:gdLst/>
                <a:ahLst/>
                <a:cxnLst/>
                <a:rect l="l" t="t" r="r" b="b"/>
                <a:pathLst>
                  <a:path w="585" h="569" extrusionOk="0">
                    <a:moveTo>
                      <a:pt x="66" y="0"/>
                    </a:moveTo>
                    <a:cubicBezTo>
                      <a:pt x="51" y="0"/>
                      <a:pt x="37" y="7"/>
                      <a:pt x="28" y="21"/>
                    </a:cubicBezTo>
                    <a:cubicBezTo>
                      <a:pt x="0" y="40"/>
                      <a:pt x="0" y="77"/>
                      <a:pt x="28" y="105"/>
                    </a:cubicBezTo>
                    <a:lnTo>
                      <a:pt x="483" y="550"/>
                    </a:lnTo>
                    <a:cubicBezTo>
                      <a:pt x="492" y="568"/>
                      <a:pt x="510" y="568"/>
                      <a:pt x="520" y="568"/>
                    </a:cubicBezTo>
                    <a:cubicBezTo>
                      <a:pt x="538" y="568"/>
                      <a:pt x="548" y="568"/>
                      <a:pt x="566" y="550"/>
                    </a:cubicBezTo>
                    <a:cubicBezTo>
                      <a:pt x="585" y="531"/>
                      <a:pt x="585" y="494"/>
                      <a:pt x="566" y="476"/>
                    </a:cubicBezTo>
                    <a:lnTo>
                      <a:pt x="112" y="21"/>
                    </a:lnTo>
                    <a:cubicBezTo>
                      <a:pt x="98" y="7"/>
                      <a:pt x="81" y="0"/>
                      <a:pt x="6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15" name="Google Shape;415;p19"/>
              <p:cNvSpPr/>
              <p:nvPr/>
            </p:nvSpPr>
            <p:spPr>
              <a:xfrm>
                <a:off x="8376830" y="3208544"/>
                <a:ext cx="53999" cy="54796"/>
              </a:xfrm>
              <a:custGeom>
                <a:avLst/>
                <a:gdLst/>
                <a:ahLst/>
                <a:cxnLst/>
                <a:rect l="l" t="t" r="r" b="b"/>
                <a:pathLst>
                  <a:path w="678" h="688" extrusionOk="0">
                    <a:moveTo>
                      <a:pt x="334" y="121"/>
                    </a:moveTo>
                    <a:cubicBezTo>
                      <a:pt x="464" y="121"/>
                      <a:pt x="566" y="223"/>
                      <a:pt x="566" y="344"/>
                    </a:cubicBezTo>
                    <a:cubicBezTo>
                      <a:pt x="566" y="474"/>
                      <a:pt x="464" y="567"/>
                      <a:pt x="334" y="567"/>
                    </a:cubicBezTo>
                    <a:cubicBezTo>
                      <a:pt x="214" y="567"/>
                      <a:pt x="112" y="474"/>
                      <a:pt x="112" y="344"/>
                    </a:cubicBezTo>
                    <a:cubicBezTo>
                      <a:pt x="112" y="223"/>
                      <a:pt x="214" y="121"/>
                      <a:pt x="334" y="121"/>
                    </a:cubicBezTo>
                    <a:close/>
                    <a:moveTo>
                      <a:pt x="334" y="1"/>
                    </a:moveTo>
                    <a:cubicBezTo>
                      <a:pt x="149" y="1"/>
                      <a:pt x="0" y="159"/>
                      <a:pt x="0" y="344"/>
                    </a:cubicBezTo>
                    <a:cubicBezTo>
                      <a:pt x="0" y="530"/>
                      <a:pt x="149" y="687"/>
                      <a:pt x="334" y="687"/>
                    </a:cubicBezTo>
                    <a:cubicBezTo>
                      <a:pt x="529" y="687"/>
                      <a:pt x="678" y="530"/>
                      <a:pt x="678" y="344"/>
                    </a:cubicBezTo>
                    <a:cubicBezTo>
                      <a:pt x="678" y="159"/>
                      <a:pt x="529" y="1"/>
                      <a:pt x="33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16" name="Google Shape;416;p19"/>
              <p:cNvSpPr/>
              <p:nvPr/>
            </p:nvSpPr>
            <p:spPr>
              <a:xfrm>
                <a:off x="7681743" y="3168650"/>
                <a:ext cx="135237" cy="164865"/>
              </a:xfrm>
              <a:custGeom>
                <a:avLst/>
                <a:gdLst/>
                <a:ahLst/>
                <a:cxnLst/>
                <a:rect l="l" t="t" r="r" b="b"/>
                <a:pathLst>
                  <a:path w="1698" h="2070" extrusionOk="0">
                    <a:moveTo>
                      <a:pt x="1642" y="1"/>
                    </a:moveTo>
                    <a:cubicBezTo>
                      <a:pt x="659" y="168"/>
                      <a:pt x="0" y="1095"/>
                      <a:pt x="167" y="2069"/>
                    </a:cubicBezTo>
                    <a:lnTo>
                      <a:pt x="167" y="2069"/>
                    </a:lnTo>
                    <a:lnTo>
                      <a:pt x="510" y="2014"/>
                    </a:lnTo>
                    <a:cubicBezTo>
                      <a:pt x="501" y="1930"/>
                      <a:pt x="492" y="1847"/>
                      <a:pt x="492" y="1772"/>
                    </a:cubicBezTo>
                    <a:cubicBezTo>
                      <a:pt x="492" y="1049"/>
                      <a:pt x="1011" y="455"/>
                      <a:pt x="1698" y="335"/>
                    </a:cubicBezTo>
                    <a:lnTo>
                      <a:pt x="1642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17" name="Google Shape;417;p19"/>
              <p:cNvSpPr/>
              <p:nvPr/>
            </p:nvSpPr>
            <p:spPr>
              <a:xfrm>
                <a:off x="7684690" y="3164031"/>
                <a:ext cx="136750" cy="173865"/>
              </a:xfrm>
              <a:custGeom>
                <a:avLst/>
                <a:gdLst/>
                <a:ahLst/>
                <a:cxnLst/>
                <a:rect l="l" t="t" r="r" b="b"/>
                <a:pathLst>
                  <a:path w="1717" h="2183" extrusionOk="0">
                    <a:moveTo>
                      <a:pt x="1559" y="114"/>
                    </a:moveTo>
                    <a:lnTo>
                      <a:pt x="1596" y="346"/>
                    </a:lnTo>
                    <a:cubicBezTo>
                      <a:pt x="900" y="495"/>
                      <a:pt x="399" y="1107"/>
                      <a:pt x="399" y="1830"/>
                    </a:cubicBezTo>
                    <a:cubicBezTo>
                      <a:pt x="399" y="1886"/>
                      <a:pt x="409" y="1951"/>
                      <a:pt x="418" y="2025"/>
                    </a:cubicBezTo>
                    <a:lnTo>
                      <a:pt x="177" y="2062"/>
                    </a:lnTo>
                    <a:cubicBezTo>
                      <a:pt x="112" y="1626"/>
                      <a:pt x="223" y="1181"/>
                      <a:pt x="483" y="819"/>
                    </a:cubicBezTo>
                    <a:cubicBezTo>
                      <a:pt x="742" y="448"/>
                      <a:pt x="1123" y="207"/>
                      <a:pt x="1559" y="114"/>
                    </a:cubicBezTo>
                    <a:close/>
                    <a:moveTo>
                      <a:pt x="1610" y="1"/>
                    </a:moveTo>
                    <a:cubicBezTo>
                      <a:pt x="1605" y="1"/>
                      <a:pt x="1601" y="1"/>
                      <a:pt x="1596" y="3"/>
                    </a:cubicBezTo>
                    <a:cubicBezTo>
                      <a:pt x="1104" y="86"/>
                      <a:pt x="678" y="355"/>
                      <a:pt x="390" y="754"/>
                    </a:cubicBezTo>
                    <a:cubicBezTo>
                      <a:pt x="112" y="1163"/>
                      <a:pt x="0" y="1645"/>
                      <a:pt x="75" y="2137"/>
                    </a:cubicBezTo>
                    <a:cubicBezTo>
                      <a:pt x="84" y="2164"/>
                      <a:pt x="102" y="2183"/>
                      <a:pt x="130" y="2183"/>
                    </a:cubicBezTo>
                    <a:cubicBezTo>
                      <a:pt x="130" y="2183"/>
                      <a:pt x="139" y="2183"/>
                      <a:pt x="139" y="2174"/>
                    </a:cubicBezTo>
                    <a:lnTo>
                      <a:pt x="483" y="2118"/>
                    </a:lnTo>
                    <a:cubicBezTo>
                      <a:pt x="511" y="2109"/>
                      <a:pt x="529" y="2090"/>
                      <a:pt x="529" y="2053"/>
                    </a:cubicBezTo>
                    <a:cubicBezTo>
                      <a:pt x="511" y="1970"/>
                      <a:pt x="511" y="1895"/>
                      <a:pt x="511" y="1821"/>
                    </a:cubicBezTo>
                    <a:cubicBezTo>
                      <a:pt x="511" y="1144"/>
                      <a:pt x="993" y="560"/>
                      <a:pt x="1670" y="439"/>
                    </a:cubicBezTo>
                    <a:cubicBezTo>
                      <a:pt x="1698" y="439"/>
                      <a:pt x="1717" y="411"/>
                      <a:pt x="1707" y="383"/>
                    </a:cubicBezTo>
                    <a:lnTo>
                      <a:pt x="1652" y="49"/>
                    </a:lnTo>
                    <a:cubicBezTo>
                      <a:pt x="1652" y="19"/>
                      <a:pt x="1632" y="1"/>
                      <a:pt x="161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18" name="Google Shape;418;p19"/>
              <p:cNvSpPr/>
              <p:nvPr/>
            </p:nvSpPr>
            <p:spPr>
              <a:xfrm>
                <a:off x="7695044" y="3328974"/>
                <a:ext cx="164786" cy="123290"/>
              </a:xfrm>
              <a:custGeom>
                <a:avLst/>
                <a:gdLst/>
                <a:ahLst/>
                <a:cxnLst/>
                <a:rect l="l" t="t" r="r" b="b"/>
                <a:pathLst>
                  <a:path w="2069" h="1548" extrusionOk="0">
                    <a:moveTo>
                      <a:pt x="343" y="1"/>
                    </a:moveTo>
                    <a:lnTo>
                      <a:pt x="0" y="56"/>
                    </a:lnTo>
                    <a:cubicBezTo>
                      <a:pt x="150" y="929"/>
                      <a:pt x="909" y="1548"/>
                      <a:pt x="1766" y="1548"/>
                    </a:cubicBezTo>
                    <a:cubicBezTo>
                      <a:pt x="1866" y="1548"/>
                      <a:pt x="1967" y="1539"/>
                      <a:pt x="2069" y="1522"/>
                    </a:cubicBezTo>
                    <a:lnTo>
                      <a:pt x="2013" y="1197"/>
                    </a:lnTo>
                    <a:cubicBezTo>
                      <a:pt x="1939" y="1207"/>
                      <a:pt x="1865" y="1216"/>
                      <a:pt x="1781" y="1216"/>
                    </a:cubicBezTo>
                    <a:cubicBezTo>
                      <a:pt x="1058" y="1216"/>
                      <a:pt x="464" y="687"/>
                      <a:pt x="34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19" name="Google Shape;419;p19"/>
              <p:cNvSpPr/>
              <p:nvPr/>
            </p:nvSpPr>
            <p:spPr>
              <a:xfrm>
                <a:off x="7690583" y="3324594"/>
                <a:ext cx="173706" cy="132290"/>
              </a:xfrm>
              <a:custGeom>
                <a:avLst/>
                <a:gdLst/>
                <a:ahLst/>
                <a:cxnLst/>
                <a:rect l="l" t="t" r="r" b="b"/>
                <a:pathLst>
                  <a:path w="2181" h="1661" extrusionOk="0">
                    <a:moveTo>
                      <a:pt x="362" y="111"/>
                    </a:moveTo>
                    <a:cubicBezTo>
                      <a:pt x="501" y="816"/>
                      <a:pt x="1114" y="1327"/>
                      <a:pt x="1837" y="1327"/>
                    </a:cubicBezTo>
                    <a:cubicBezTo>
                      <a:pt x="1902" y="1327"/>
                      <a:pt x="1958" y="1317"/>
                      <a:pt x="2032" y="1308"/>
                    </a:cubicBezTo>
                    <a:lnTo>
                      <a:pt x="2069" y="1540"/>
                    </a:lnTo>
                    <a:cubicBezTo>
                      <a:pt x="1991" y="1550"/>
                      <a:pt x="1912" y="1555"/>
                      <a:pt x="1835" y="1555"/>
                    </a:cubicBezTo>
                    <a:cubicBezTo>
                      <a:pt x="1472" y="1555"/>
                      <a:pt x="1122" y="1448"/>
                      <a:pt x="817" y="1234"/>
                    </a:cubicBezTo>
                    <a:cubicBezTo>
                      <a:pt x="455" y="974"/>
                      <a:pt x="205" y="594"/>
                      <a:pt x="121" y="158"/>
                    </a:cubicBezTo>
                    <a:lnTo>
                      <a:pt x="362" y="111"/>
                    </a:lnTo>
                    <a:close/>
                    <a:moveTo>
                      <a:pt x="390" y="0"/>
                    </a:moveTo>
                    <a:lnTo>
                      <a:pt x="47" y="56"/>
                    </a:lnTo>
                    <a:cubicBezTo>
                      <a:pt x="38" y="65"/>
                      <a:pt x="19" y="65"/>
                      <a:pt x="10" y="84"/>
                    </a:cubicBezTo>
                    <a:cubicBezTo>
                      <a:pt x="10" y="93"/>
                      <a:pt x="1" y="102"/>
                      <a:pt x="1" y="121"/>
                    </a:cubicBezTo>
                    <a:cubicBezTo>
                      <a:pt x="84" y="603"/>
                      <a:pt x="353" y="1030"/>
                      <a:pt x="761" y="1317"/>
                    </a:cubicBezTo>
                    <a:cubicBezTo>
                      <a:pt x="1077" y="1540"/>
                      <a:pt x="1438" y="1661"/>
                      <a:pt x="1828" y="1661"/>
                    </a:cubicBezTo>
                    <a:cubicBezTo>
                      <a:pt x="1930" y="1661"/>
                      <a:pt x="2032" y="1651"/>
                      <a:pt x="2134" y="1633"/>
                    </a:cubicBezTo>
                    <a:cubicBezTo>
                      <a:pt x="2162" y="1633"/>
                      <a:pt x="2181" y="1605"/>
                      <a:pt x="2181" y="1577"/>
                    </a:cubicBezTo>
                    <a:lnTo>
                      <a:pt x="2125" y="1243"/>
                    </a:lnTo>
                    <a:cubicBezTo>
                      <a:pt x="2116" y="1215"/>
                      <a:pt x="2088" y="1197"/>
                      <a:pt x="2060" y="1197"/>
                    </a:cubicBezTo>
                    <a:cubicBezTo>
                      <a:pt x="1986" y="1215"/>
                      <a:pt x="1912" y="1215"/>
                      <a:pt x="1837" y="1215"/>
                    </a:cubicBezTo>
                    <a:cubicBezTo>
                      <a:pt x="1151" y="1215"/>
                      <a:pt x="566" y="724"/>
                      <a:pt x="455" y="46"/>
                    </a:cubicBezTo>
                    <a:cubicBezTo>
                      <a:pt x="455" y="28"/>
                      <a:pt x="446" y="19"/>
                      <a:pt x="437" y="9"/>
                    </a:cubicBezTo>
                    <a:cubicBezTo>
                      <a:pt x="418" y="0"/>
                      <a:pt x="409" y="0"/>
                      <a:pt x="39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20" name="Google Shape;420;p19"/>
              <p:cNvSpPr/>
              <p:nvPr/>
            </p:nvSpPr>
            <p:spPr>
              <a:xfrm>
                <a:off x="7812519" y="3166580"/>
                <a:ext cx="167016" cy="283695"/>
              </a:xfrm>
              <a:custGeom>
                <a:avLst/>
                <a:gdLst/>
                <a:ahLst/>
                <a:cxnLst/>
                <a:rect l="l" t="t" r="r" b="b"/>
                <a:pathLst>
                  <a:path w="2097" h="3562" extrusionOk="0">
                    <a:moveTo>
                      <a:pt x="303" y="1"/>
                    </a:moveTo>
                    <a:cubicBezTo>
                      <a:pt x="203" y="1"/>
                      <a:pt x="102" y="9"/>
                      <a:pt x="0" y="27"/>
                    </a:cubicBezTo>
                    <a:lnTo>
                      <a:pt x="56" y="361"/>
                    </a:lnTo>
                    <a:cubicBezTo>
                      <a:pt x="139" y="342"/>
                      <a:pt x="223" y="333"/>
                      <a:pt x="306" y="333"/>
                    </a:cubicBezTo>
                    <a:cubicBezTo>
                      <a:pt x="1113" y="333"/>
                      <a:pt x="1772" y="991"/>
                      <a:pt x="1772" y="1798"/>
                    </a:cubicBezTo>
                    <a:cubicBezTo>
                      <a:pt x="1772" y="2522"/>
                      <a:pt x="1234" y="3125"/>
                      <a:pt x="538" y="3236"/>
                    </a:cubicBezTo>
                    <a:lnTo>
                      <a:pt x="594" y="3561"/>
                    </a:lnTo>
                    <a:cubicBezTo>
                      <a:pt x="1327" y="3440"/>
                      <a:pt x="1883" y="2884"/>
                      <a:pt x="2041" y="2207"/>
                    </a:cubicBezTo>
                    <a:cubicBezTo>
                      <a:pt x="2069" y="2095"/>
                      <a:pt x="2087" y="1975"/>
                      <a:pt x="2087" y="1854"/>
                    </a:cubicBezTo>
                    <a:cubicBezTo>
                      <a:pt x="2097" y="1743"/>
                      <a:pt x="2087" y="1613"/>
                      <a:pt x="2069" y="1492"/>
                    </a:cubicBezTo>
                    <a:cubicBezTo>
                      <a:pt x="1919" y="620"/>
                      <a:pt x="1160" y="1"/>
                      <a:pt x="30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21" name="Google Shape;421;p19"/>
              <p:cNvSpPr/>
              <p:nvPr/>
            </p:nvSpPr>
            <p:spPr>
              <a:xfrm>
                <a:off x="7807342" y="3162199"/>
                <a:ext cx="176653" cy="293173"/>
              </a:xfrm>
              <a:custGeom>
                <a:avLst/>
                <a:gdLst/>
                <a:ahLst/>
                <a:cxnLst/>
                <a:rect l="l" t="t" r="r" b="b"/>
                <a:pathLst>
                  <a:path w="2218" h="3681" extrusionOk="0">
                    <a:moveTo>
                      <a:pt x="360" y="102"/>
                    </a:moveTo>
                    <a:cubicBezTo>
                      <a:pt x="1194" y="102"/>
                      <a:pt x="1934" y="709"/>
                      <a:pt x="2078" y="1557"/>
                    </a:cubicBezTo>
                    <a:cubicBezTo>
                      <a:pt x="2097" y="1677"/>
                      <a:pt x="2106" y="1789"/>
                      <a:pt x="2106" y="1909"/>
                    </a:cubicBezTo>
                    <a:cubicBezTo>
                      <a:pt x="2097" y="2020"/>
                      <a:pt x="2088" y="2141"/>
                      <a:pt x="2060" y="2252"/>
                    </a:cubicBezTo>
                    <a:cubicBezTo>
                      <a:pt x="1902" y="2920"/>
                      <a:pt x="1373" y="3421"/>
                      <a:pt x="705" y="3560"/>
                    </a:cubicBezTo>
                    <a:lnTo>
                      <a:pt x="668" y="3328"/>
                    </a:lnTo>
                    <a:cubicBezTo>
                      <a:pt x="1373" y="3189"/>
                      <a:pt x="1883" y="2577"/>
                      <a:pt x="1893" y="1853"/>
                    </a:cubicBezTo>
                    <a:cubicBezTo>
                      <a:pt x="1893" y="1019"/>
                      <a:pt x="1206" y="332"/>
                      <a:pt x="371" y="332"/>
                    </a:cubicBezTo>
                    <a:cubicBezTo>
                      <a:pt x="306" y="332"/>
                      <a:pt x="232" y="341"/>
                      <a:pt x="158" y="351"/>
                    </a:cubicBezTo>
                    <a:lnTo>
                      <a:pt x="121" y="119"/>
                    </a:lnTo>
                    <a:cubicBezTo>
                      <a:pt x="201" y="107"/>
                      <a:pt x="281" y="102"/>
                      <a:pt x="360" y="102"/>
                    </a:cubicBezTo>
                    <a:close/>
                    <a:moveTo>
                      <a:pt x="361" y="1"/>
                    </a:moveTo>
                    <a:cubicBezTo>
                      <a:pt x="260" y="1"/>
                      <a:pt x="158" y="9"/>
                      <a:pt x="56" y="26"/>
                    </a:cubicBezTo>
                    <a:lnTo>
                      <a:pt x="0" y="35"/>
                    </a:lnTo>
                    <a:lnTo>
                      <a:pt x="74" y="471"/>
                    </a:lnTo>
                    <a:lnTo>
                      <a:pt x="130" y="462"/>
                    </a:lnTo>
                    <a:cubicBezTo>
                      <a:pt x="214" y="453"/>
                      <a:pt x="297" y="443"/>
                      <a:pt x="371" y="443"/>
                    </a:cubicBezTo>
                    <a:cubicBezTo>
                      <a:pt x="1151" y="443"/>
                      <a:pt x="1781" y="1074"/>
                      <a:pt x="1781" y="1853"/>
                    </a:cubicBezTo>
                    <a:cubicBezTo>
                      <a:pt x="1781" y="2549"/>
                      <a:pt x="1280" y="3134"/>
                      <a:pt x="594" y="3236"/>
                    </a:cubicBezTo>
                    <a:lnTo>
                      <a:pt x="548" y="3245"/>
                    </a:lnTo>
                    <a:lnTo>
                      <a:pt x="622" y="3681"/>
                    </a:lnTo>
                    <a:lnTo>
                      <a:pt x="668" y="3672"/>
                    </a:lnTo>
                    <a:cubicBezTo>
                      <a:pt x="1401" y="3551"/>
                      <a:pt x="1985" y="3004"/>
                      <a:pt x="2162" y="2280"/>
                    </a:cubicBezTo>
                    <a:cubicBezTo>
                      <a:pt x="2190" y="2160"/>
                      <a:pt x="2208" y="2039"/>
                      <a:pt x="2208" y="1918"/>
                    </a:cubicBezTo>
                    <a:cubicBezTo>
                      <a:pt x="2217" y="1789"/>
                      <a:pt x="2208" y="1668"/>
                      <a:pt x="2180" y="1538"/>
                    </a:cubicBezTo>
                    <a:cubicBezTo>
                      <a:pt x="2030" y="638"/>
                      <a:pt x="1245" y="1"/>
                      <a:pt x="36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22" name="Google Shape;422;p19"/>
              <p:cNvSpPr/>
              <p:nvPr/>
            </p:nvSpPr>
            <p:spPr>
              <a:xfrm>
                <a:off x="7540613" y="3210065"/>
                <a:ext cx="103538" cy="455888"/>
              </a:xfrm>
              <a:custGeom>
                <a:avLst/>
                <a:gdLst/>
                <a:ahLst/>
                <a:cxnLst/>
                <a:rect l="l" t="t" r="r" b="b"/>
                <a:pathLst>
                  <a:path w="1300" h="5724" extrusionOk="0">
                    <a:moveTo>
                      <a:pt x="0" y="0"/>
                    </a:moveTo>
                    <a:lnTo>
                      <a:pt x="0" y="5724"/>
                    </a:lnTo>
                    <a:lnTo>
                      <a:pt x="1299" y="5724"/>
                    </a:lnTo>
                    <a:lnTo>
                      <a:pt x="129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23" name="Google Shape;423;p19"/>
              <p:cNvSpPr/>
              <p:nvPr/>
            </p:nvSpPr>
            <p:spPr>
              <a:xfrm>
                <a:off x="7536153" y="3205605"/>
                <a:ext cx="112379" cy="464808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5836" extrusionOk="0">
                    <a:moveTo>
                      <a:pt x="1299" y="103"/>
                    </a:moveTo>
                    <a:lnTo>
                      <a:pt x="1299" y="5733"/>
                    </a:lnTo>
                    <a:lnTo>
                      <a:pt x="112" y="5733"/>
                    </a:lnTo>
                    <a:lnTo>
                      <a:pt x="112" y="103"/>
                    </a:lnTo>
                    <a:close/>
                    <a:moveTo>
                      <a:pt x="56" y="0"/>
                    </a:moveTo>
                    <a:cubicBezTo>
                      <a:pt x="29" y="0"/>
                      <a:pt x="1" y="28"/>
                      <a:pt x="1" y="56"/>
                    </a:cubicBezTo>
                    <a:lnTo>
                      <a:pt x="1" y="5780"/>
                    </a:lnTo>
                    <a:cubicBezTo>
                      <a:pt x="1" y="5817"/>
                      <a:pt x="29" y="5835"/>
                      <a:pt x="56" y="5835"/>
                    </a:cubicBezTo>
                    <a:lnTo>
                      <a:pt x="1355" y="5835"/>
                    </a:lnTo>
                    <a:cubicBezTo>
                      <a:pt x="1383" y="5835"/>
                      <a:pt x="1411" y="5817"/>
                      <a:pt x="1411" y="5780"/>
                    </a:cubicBezTo>
                    <a:lnTo>
                      <a:pt x="1411" y="56"/>
                    </a:lnTo>
                    <a:cubicBezTo>
                      <a:pt x="1411" y="28"/>
                      <a:pt x="1383" y="0"/>
                      <a:pt x="135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24" name="Google Shape;424;p19"/>
              <p:cNvSpPr/>
              <p:nvPr/>
            </p:nvSpPr>
            <p:spPr>
              <a:xfrm>
                <a:off x="7688353" y="3377000"/>
                <a:ext cx="102822" cy="288952"/>
              </a:xfrm>
              <a:custGeom>
                <a:avLst/>
                <a:gdLst/>
                <a:ahLst/>
                <a:cxnLst/>
                <a:rect l="l" t="t" r="r" b="b"/>
                <a:pathLst>
                  <a:path w="1291" h="3628" extrusionOk="0">
                    <a:moveTo>
                      <a:pt x="1" y="1"/>
                    </a:moveTo>
                    <a:lnTo>
                      <a:pt x="1" y="3628"/>
                    </a:lnTo>
                    <a:lnTo>
                      <a:pt x="1290" y="3628"/>
                    </a:lnTo>
                    <a:lnTo>
                      <a:pt x="129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25" name="Google Shape;425;p19"/>
              <p:cNvSpPr/>
              <p:nvPr/>
            </p:nvSpPr>
            <p:spPr>
              <a:xfrm>
                <a:off x="7683973" y="3372540"/>
                <a:ext cx="111583" cy="297872"/>
              </a:xfrm>
              <a:custGeom>
                <a:avLst/>
                <a:gdLst/>
                <a:ahLst/>
                <a:cxnLst/>
                <a:rect l="l" t="t" r="r" b="b"/>
                <a:pathLst>
                  <a:path w="1401" h="3740" extrusionOk="0">
                    <a:moveTo>
                      <a:pt x="1299" y="103"/>
                    </a:moveTo>
                    <a:lnTo>
                      <a:pt x="1299" y="3637"/>
                    </a:lnTo>
                    <a:lnTo>
                      <a:pt x="111" y="3637"/>
                    </a:lnTo>
                    <a:lnTo>
                      <a:pt x="111" y="103"/>
                    </a:lnTo>
                    <a:close/>
                    <a:moveTo>
                      <a:pt x="56" y="1"/>
                    </a:moveTo>
                    <a:cubicBezTo>
                      <a:pt x="28" y="1"/>
                      <a:pt x="0" y="29"/>
                      <a:pt x="0" y="57"/>
                    </a:cubicBezTo>
                    <a:lnTo>
                      <a:pt x="0" y="3684"/>
                    </a:lnTo>
                    <a:cubicBezTo>
                      <a:pt x="0" y="3721"/>
                      <a:pt x="28" y="3739"/>
                      <a:pt x="56" y="3739"/>
                    </a:cubicBezTo>
                    <a:lnTo>
                      <a:pt x="1345" y="3739"/>
                    </a:lnTo>
                    <a:cubicBezTo>
                      <a:pt x="1373" y="3739"/>
                      <a:pt x="1401" y="3721"/>
                      <a:pt x="1401" y="3684"/>
                    </a:cubicBezTo>
                    <a:lnTo>
                      <a:pt x="1401" y="57"/>
                    </a:lnTo>
                    <a:cubicBezTo>
                      <a:pt x="1401" y="29"/>
                      <a:pt x="1373" y="1"/>
                      <a:pt x="134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26" name="Google Shape;426;p19"/>
              <p:cNvSpPr/>
              <p:nvPr/>
            </p:nvSpPr>
            <p:spPr>
              <a:xfrm>
                <a:off x="7833943" y="3502599"/>
                <a:ext cx="103459" cy="163352"/>
              </a:xfrm>
              <a:custGeom>
                <a:avLst/>
                <a:gdLst/>
                <a:ahLst/>
                <a:cxnLst/>
                <a:rect l="l" t="t" r="r" b="b"/>
                <a:pathLst>
                  <a:path w="1299" h="2051" extrusionOk="0">
                    <a:moveTo>
                      <a:pt x="0" y="1"/>
                    </a:moveTo>
                    <a:lnTo>
                      <a:pt x="0" y="2051"/>
                    </a:lnTo>
                    <a:lnTo>
                      <a:pt x="1299" y="2051"/>
                    </a:lnTo>
                    <a:lnTo>
                      <a:pt x="129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27" name="Google Shape;427;p19"/>
              <p:cNvSpPr/>
              <p:nvPr/>
            </p:nvSpPr>
            <p:spPr>
              <a:xfrm>
                <a:off x="7829483" y="3498935"/>
                <a:ext cx="111662" cy="171476"/>
              </a:xfrm>
              <a:custGeom>
                <a:avLst/>
                <a:gdLst/>
                <a:ahLst/>
                <a:cxnLst/>
                <a:rect l="l" t="t" r="r" b="b"/>
                <a:pathLst>
                  <a:path w="1402" h="2153" extrusionOk="0">
                    <a:moveTo>
                      <a:pt x="1299" y="102"/>
                    </a:moveTo>
                    <a:lnTo>
                      <a:pt x="1299" y="2050"/>
                    </a:lnTo>
                    <a:lnTo>
                      <a:pt x="112" y="2050"/>
                    </a:lnTo>
                    <a:lnTo>
                      <a:pt x="112" y="102"/>
                    </a:lnTo>
                    <a:close/>
                    <a:moveTo>
                      <a:pt x="56" y="0"/>
                    </a:moveTo>
                    <a:cubicBezTo>
                      <a:pt x="28" y="0"/>
                      <a:pt x="1" y="19"/>
                      <a:pt x="1" y="47"/>
                    </a:cubicBezTo>
                    <a:lnTo>
                      <a:pt x="1" y="2097"/>
                    </a:lnTo>
                    <a:cubicBezTo>
                      <a:pt x="1" y="2134"/>
                      <a:pt x="28" y="2152"/>
                      <a:pt x="56" y="2152"/>
                    </a:cubicBezTo>
                    <a:lnTo>
                      <a:pt x="1355" y="2152"/>
                    </a:lnTo>
                    <a:cubicBezTo>
                      <a:pt x="1383" y="2152"/>
                      <a:pt x="1401" y="2134"/>
                      <a:pt x="1401" y="2097"/>
                    </a:cubicBezTo>
                    <a:lnTo>
                      <a:pt x="1401" y="47"/>
                    </a:lnTo>
                    <a:cubicBezTo>
                      <a:pt x="1401" y="19"/>
                      <a:pt x="1383" y="0"/>
                      <a:pt x="135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28" name="Google Shape;428;p19"/>
              <p:cNvSpPr/>
              <p:nvPr/>
            </p:nvSpPr>
            <p:spPr>
              <a:xfrm>
                <a:off x="7531773" y="3210065"/>
                <a:ext cx="102742" cy="445534"/>
              </a:xfrm>
              <a:custGeom>
                <a:avLst/>
                <a:gdLst/>
                <a:ahLst/>
                <a:cxnLst/>
                <a:rect l="l" t="t" r="r" b="b"/>
                <a:pathLst>
                  <a:path w="1290" h="5594" extrusionOk="0">
                    <a:moveTo>
                      <a:pt x="0" y="0"/>
                    </a:moveTo>
                    <a:lnTo>
                      <a:pt x="0" y="5594"/>
                    </a:lnTo>
                    <a:lnTo>
                      <a:pt x="1290" y="5594"/>
                    </a:lnTo>
                    <a:lnTo>
                      <a:pt x="129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29" name="Google Shape;429;p19"/>
              <p:cNvSpPr/>
              <p:nvPr/>
            </p:nvSpPr>
            <p:spPr>
              <a:xfrm>
                <a:off x="7527313" y="3205605"/>
                <a:ext cx="111662" cy="454454"/>
              </a:xfrm>
              <a:custGeom>
                <a:avLst/>
                <a:gdLst/>
                <a:ahLst/>
                <a:cxnLst/>
                <a:rect l="l" t="t" r="r" b="b"/>
                <a:pathLst>
                  <a:path w="1402" h="5706" extrusionOk="0">
                    <a:moveTo>
                      <a:pt x="1299" y="103"/>
                    </a:moveTo>
                    <a:lnTo>
                      <a:pt x="1299" y="5604"/>
                    </a:lnTo>
                    <a:lnTo>
                      <a:pt x="102" y="5604"/>
                    </a:lnTo>
                    <a:lnTo>
                      <a:pt x="102" y="103"/>
                    </a:lnTo>
                    <a:close/>
                    <a:moveTo>
                      <a:pt x="0" y="0"/>
                    </a:moveTo>
                    <a:lnTo>
                      <a:pt x="0" y="5706"/>
                    </a:lnTo>
                    <a:lnTo>
                      <a:pt x="1401" y="5706"/>
                    </a:lnTo>
                    <a:lnTo>
                      <a:pt x="140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30" name="Google Shape;430;p19"/>
              <p:cNvSpPr/>
              <p:nvPr/>
            </p:nvSpPr>
            <p:spPr>
              <a:xfrm>
                <a:off x="7678796" y="3377000"/>
                <a:ext cx="102742" cy="278598"/>
              </a:xfrm>
              <a:custGeom>
                <a:avLst/>
                <a:gdLst/>
                <a:ahLst/>
                <a:cxnLst/>
                <a:rect l="l" t="t" r="r" b="b"/>
                <a:pathLst>
                  <a:path w="1290" h="3498" extrusionOk="0">
                    <a:moveTo>
                      <a:pt x="0" y="1"/>
                    </a:moveTo>
                    <a:lnTo>
                      <a:pt x="0" y="3498"/>
                    </a:lnTo>
                    <a:lnTo>
                      <a:pt x="1290" y="3498"/>
                    </a:lnTo>
                    <a:lnTo>
                      <a:pt x="129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31" name="Google Shape;431;p19"/>
              <p:cNvSpPr/>
              <p:nvPr/>
            </p:nvSpPr>
            <p:spPr>
              <a:xfrm>
                <a:off x="7674336" y="3372540"/>
                <a:ext cx="111662" cy="287518"/>
              </a:xfrm>
              <a:custGeom>
                <a:avLst/>
                <a:gdLst/>
                <a:ahLst/>
                <a:cxnLst/>
                <a:rect l="l" t="t" r="r" b="b"/>
                <a:pathLst>
                  <a:path w="1402" h="3610" extrusionOk="0">
                    <a:moveTo>
                      <a:pt x="1299" y="103"/>
                    </a:moveTo>
                    <a:lnTo>
                      <a:pt x="1299" y="3508"/>
                    </a:lnTo>
                    <a:lnTo>
                      <a:pt x="112" y="3508"/>
                    </a:lnTo>
                    <a:lnTo>
                      <a:pt x="112" y="103"/>
                    </a:lnTo>
                    <a:close/>
                    <a:moveTo>
                      <a:pt x="0" y="1"/>
                    </a:moveTo>
                    <a:lnTo>
                      <a:pt x="0" y="3610"/>
                    </a:lnTo>
                    <a:lnTo>
                      <a:pt x="1401" y="3610"/>
                    </a:lnTo>
                    <a:lnTo>
                      <a:pt x="140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32" name="Google Shape;432;p19"/>
              <p:cNvSpPr/>
              <p:nvPr/>
            </p:nvSpPr>
            <p:spPr>
              <a:xfrm>
                <a:off x="7824306" y="3502599"/>
                <a:ext cx="103538" cy="152998"/>
              </a:xfrm>
              <a:custGeom>
                <a:avLst/>
                <a:gdLst/>
                <a:ahLst/>
                <a:cxnLst/>
                <a:rect l="l" t="t" r="r" b="b"/>
                <a:pathLst>
                  <a:path w="1300" h="1921" extrusionOk="0">
                    <a:moveTo>
                      <a:pt x="1" y="1"/>
                    </a:moveTo>
                    <a:lnTo>
                      <a:pt x="1" y="1921"/>
                    </a:lnTo>
                    <a:lnTo>
                      <a:pt x="1299" y="1921"/>
                    </a:lnTo>
                    <a:lnTo>
                      <a:pt x="1299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33" name="Google Shape;433;p19"/>
              <p:cNvSpPr/>
              <p:nvPr/>
            </p:nvSpPr>
            <p:spPr>
              <a:xfrm>
                <a:off x="7820643" y="3498935"/>
                <a:ext cx="111662" cy="161122"/>
              </a:xfrm>
              <a:custGeom>
                <a:avLst/>
                <a:gdLst/>
                <a:ahLst/>
                <a:cxnLst/>
                <a:rect l="l" t="t" r="r" b="b"/>
                <a:pathLst>
                  <a:path w="1402" h="2023" extrusionOk="0">
                    <a:moveTo>
                      <a:pt x="1290" y="102"/>
                    </a:moveTo>
                    <a:lnTo>
                      <a:pt x="1290" y="1921"/>
                    </a:lnTo>
                    <a:lnTo>
                      <a:pt x="102" y="1921"/>
                    </a:lnTo>
                    <a:lnTo>
                      <a:pt x="102" y="102"/>
                    </a:lnTo>
                    <a:close/>
                    <a:moveTo>
                      <a:pt x="0" y="0"/>
                    </a:moveTo>
                    <a:lnTo>
                      <a:pt x="0" y="2023"/>
                    </a:lnTo>
                    <a:lnTo>
                      <a:pt x="1401" y="2023"/>
                    </a:lnTo>
                    <a:lnTo>
                      <a:pt x="140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34" name="Google Shape;434;p19"/>
              <p:cNvSpPr/>
              <p:nvPr/>
            </p:nvSpPr>
            <p:spPr>
              <a:xfrm>
                <a:off x="7531773" y="3210065"/>
                <a:ext cx="102742" cy="445534"/>
              </a:xfrm>
              <a:custGeom>
                <a:avLst/>
                <a:gdLst/>
                <a:ahLst/>
                <a:cxnLst/>
                <a:rect l="l" t="t" r="r" b="b"/>
                <a:pathLst>
                  <a:path w="1290" h="5594" extrusionOk="0">
                    <a:moveTo>
                      <a:pt x="0" y="0"/>
                    </a:moveTo>
                    <a:lnTo>
                      <a:pt x="0" y="5594"/>
                    </a:lnTo>
                    <a:lnTo>
                      <a:pt x="1290" y="5594"/>
                    </a:lnTo>
                    <a:lnTo>
                      <a:pt x="129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35" name="Google Shape;435;p19"/>
              <p:cNvSpPr/>
              <p:nvPr/>
            </p:nvSpPr>
            <p:spPr>
              <a:xfrm>
                <a:off x="7527313" y="3205605"/>
                <a:ext cx="111662" cy="454454"/>
              </a:xfrm>
              <a:custGeom>
                <a:avLst/>
                <a:gdLst/>
                <a:ahLst/>
                <a:cxnLst/>
                <a:rect l="l" t="t" r="r" b="b"/>
                <a:pathLst>
                  <a:path w="1402" h="5706" extrusionOk="0">
                    <a:moveTo>
                      <a:pt x="1299" y="103"/>
                    </a:moveTo>
                    <a:lnTo>
                      <a:pt x="1299" y="5604"/>
                    </a:lnTo>
                    <a:lnTo>
                      <a:pt x="102" y="5604"/>
                    </a:lnTo>
                    <a:lnTo>
                      <a:pt x="102" y="103"/>
                    </a:lnTo>
                    <a:close/>
                    <a:moveTo>
                      <a:pt x="56" y="0"/>
                    </a:moveTo>
                    <a:cubicBezTo>
                      <a:pt x="19" y="0"/>
                      <a:pt x="0" y="28"/>
                      <a:pt x="0" y="56"/>
                    </a:cubicBezTo>
                    <a:lnTo>
                      <a:pt x="0" y="5650"/>
                    </a:lnTo>
                    <a:cubicBezTo>
                      <a:pt x="0" y="5687"/>
                      <a:pt x="19" y="5706"/>
                      <a:pt x="56" y="5706"/>
                    </a:cubicBezTo>
                    <a:lnTo>
                      <a:pt x="1346" y="5706"/>
                    </a:lnTo>
                    <a:cubicBezTo>
                      <a:pt x="1373" y="5706"/>
                      <a:pt x="1401" y="5687"/>
                      <a:pt x="1401" y="5650"/>
                    </a:cubicBezTo>
                    <a:lnTo>
                      <a:pt x="1401" y="56"/>
                    </a:lnTo>
                    <a:cubicBezTo>
                      <a:pt x="1401" y="28"/>
                      <a:pt x="1373" y="0"/>
                      <a:pt x="134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36" name="Google Shape;436;p19"/>
              <p:cNvSpPr/>
              <p:nvPr/>
            </p:nvSpPr>
            <p:spPr>
              <a:xfrm>
                <a:off x="7369219" y="3129465"/>
                <a:ext cx="103459" cy="536489"/>
              </a:xfrm>
              <a:custGeom>
                <a:avLst/>
                <a:gdLst/>
                <a:ahLst/>
                <a:cxnLst/>
                <a:rect l="l" t="t" r="r" b="b"/>
                <a:pathLst>
                  <a:path w="1299" h="6736" extrusionOk="0">
                    <a:moveTo>
                      <a:pt x="0" y="1"/>
                    </a:moveTo>
                    <a:lnTo>
                      <a:pt x="0" y="6736"/>
                    </a:lnTo>
                    <a:lnTo>
                      <a:pt x="1299" y="6736"/>
                    </a:lnTo>
                    <a:lnTo>
                      <a:pt x="129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37" name="Google Shape;437;p19"/>
              <p:cNvSpPr/>
              <p:nvPr/>
            </p:nvSpPr>
            <p:spPr>
              <a:xfrm>
                <a:off x="7365475" y="3125802"/>
                <a:ext cx="110229" cy="543896"/>
              </a:xfrm>
              <a:custGeom>
                <a:avLst/>
                <a:gdLst/>
                <a:ahLst/>
                <a:cxnLst/>
                <a:rect l="l" t="t" r="r" b="b"/>
                <a:pathLst>
                  <a:path w="1384" h="6829" extrusionOk="0">
                    <a:moveTo>
                      <a:pt x="1300" y="84"/>
                    </a:moveTo>
                    <a:lnTo>
                      <a:pt x="1300" y="6745"/>
                    </a:lnTo>
                    <a:lnTo>
                      <a:pt x="84" y="6745"/>
                    </a:lnTo>
                    <a:lnTo>
                      <a:pt x="84" y="84"/>
                    </a:lnTo>
                    <a:close/>
                    <a:moveTo>
                      <a:pt x="38" y="1"/>
                    </a:moveTo>
                    <a:cubicBezTo>
                      <a:pt x="19" y="1"/>
                      <a:pt x="1" y="19"/>
                      <a:pt x="1" y="47"/>
                    </a:cubicBezTo>
                    <a:lnTo>
                      <a:pt x="1" y="6782"/>
                    </a:lnTo>
                    <a:cubicBezTo>
                      <a:pt x="1" y="6810"/>
                      <a:pt x="19" y="6828"/>
                      <a:pt x="38" y="6828"/>
                    </a:cubicBezTo>
                    <a:lnTo>
                      <a:pt x="1346" y="6828"/>
                    </a:lnTo>
                    <a:cubicBezTo>
                      <a:pt x="1364" y="6828"/>
                      <a:pt x="1383" y="6810"/>
                      <a:pt x="1383" y="6782"/>
                    </a:cubicBezTo>
                    <a:lnTo>
                      <a:pt x="1383" y="47"/>
                    </a:lnTo>
                    <a:cubicBezTo>
                      <a:pt x="1383" y="19"/>
                      <a:pt x="1364" y="1"/>
                      <a:pt x="134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38" name="Google Shape;438;p19"/>
              <p:cNvSpPr/>
              <p:nvPr/>
            </p:nvSpPr>
            <p:spPr>
              <a:xfrm>
                <a:off x="7359582" y="3130979"/>
                <a:ext cx="103538" cy="524622"/>
              </a:xfrm>
              <a:custGeom>
                <a:avLst/>
                <a:gdLst/>
                <a:ahLst/>
                <a:cxnLst/>
                <a:rect l="l" t="t" r="r" b="b"/>
                <a:pathLst>
                  <a:path w="1300" h="6587" extrusionOk="0">
                    <a:moveTo>
                      <a:pt x="1" y="1"/>
                    </a:moveTo>
                    <a:lnTo>
                      <a:pt x="1" y="6587"/>
                    </a:lnTo>
                    <a:lnTo>
                      <a:pt x="1299" y="6587"/>
                    </a:lnTo>
                    <a:lnTo>
                      <a:pt x="129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39" name="Google Shape;439;p19"/>
              <p:cNvSpPr/>
              <p:nvPr/>
            </p:nvSpPr>
            <p:spPr>
              <a:xfrm>
                <a:off x="7355122" y="3126519"/>
                <a:ext cx="111662" cy="533542"/>
              </a:xfrm>
              <a:custGeom>
                <a:avLst/>
                <a:gdLst/>
                <a:ahLst/>
                <a:cxnLst/>
                <a:rect l="l" t="t" r="r" b="b"/>
                <a:pathLst>
                  <a:path w="1402" h="6699" extrusionOk="0">
                    <a:moveTo>
                      <a:pt x="1300" y="103"/>
                    </a:moveTo>
                    <a:lnTo>
                      <a:pt x="1300" y="6597"/>
                    </a:lnTo>
                    <a:lnTo>
                      <a:pt x="112" y="6597"/>
                    </a:lnTo>
                    <a:lnTo>
                      <a:pt x="112" y="103"/>
                    </a:lnTo>
                    <a:close/>
                    <a:moveTo>
                      <a:pt x="1" y="1"/>
                    </a:moveTo>
                    <a:lnTo>
                      <a:pt x="1" y="6699"/>
                    </a:lnTo>
                    <a:lnTo>
                      <a:pt x="1402" y="6699"/>
                    </a:lnTo>
                    <a:lnTo>
                      <a:pt x="140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40" name="Google Shape;440;p19"/>
              <p:cNvSpPr/>
              <p:nvPr/>
            </p:nvSpPr>
            <p:spPr>
              <a:xfrm>
                <a:off x="7678796" y="3377000"/>
                <a:ext cx="102742" cy="278598"/>
              </a:xfrm>
              <a:custGeom>
                <a:avLst/>
                <a:gdLst/>
                <a:ahLst/>
                <a:cxnLst/>
                <a:rect l="l" t="t" r="r" b="b"/>
                <a:pathLst>
                  <a:path w="1290" h="3498" extrusionOk="0">
                    <a:moveTo>
                      <a:pt x="0" y="1"/>
                    </a:moveTo>
                    <a:lnTo>
                      <a:pt x="0" y="3498"/>
                    </a:lnTo>
                    <a:lnTo>
                      <a:pt x="1290" y="3498"/>
                    </a:lnTo>
                    <a:lnTo>
                      <a:pt x="129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41" name="Google Shape;441;p19"/>
              <p:cNvSpPr/>
              <p:nvPr/>
            </p:nvSpPr>
            <p:spPr>
              <a:xfrm>
                <a:off x="7674336" y="3372540"/>
                <a:ext cx="111662" cy="287518"/>
              </a:xfrm>
              <a:custGeom>
                <a:avLst/>
                <a:gdLst/>
                <a:ahLst/>
                <a:cxnLst/>
                <a:rect l="l" t="t" r="r" b="b"/>
                <a:pathLst>
                  <a:path w="1402" h="3610" extrusionOk="0">
                    <a:moveTo>
                      <a:pt x="1299" y="103"/>
                    </a:moveTo>
                    <a:lnTo>
                      <a:pt x="1299" y="3508"/>
                    </a:lnTo>
                    <a:lnTo>
                      <a:pt x="112" y="3508"/>
                    </a:lnTo>
                    <a:lnTo>
                      <a:pt x="112" y="103"/>
                    </a:lnTo>
                    <a:close/>
                    <a:moveTo>
                      <a:pt x="0" y="1"/>
                    </a:moveTo>
                    <a:lnTo>
                      <a:pt x="0" y="3610"/>
                    </a:lnTo>
                    <a:lnTo>
                      <a:pt x="1401" y="3610"/>
                    </a:lnTo>
                    <a:lnTo>
                      <a:pt x="140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42" name="Google Shape;442;p19"/>
              <p:cNvSpPr/>
              <p:nvPr/>
            </p:nvSpPr>
            <p:spPr>
              <a:xfrm>
                <a:off x="7824306" y="3502599"/>
                <a:ext cx="103538" cy="152998"/>
              </a:xfrm>
              <a:custGeom>
                <a:avLst/>
                <a:gdLst/>
                <a:ahLst/>
                <a:cxnLst/>
                <a:rect l="l" t="t" r="r" b="b"/>
                <a:pathLst>
                  <a:path w="1300" h="1921" extrusionOk="0">
                    <a:moveTo>
                      <a:pt x="1" y="1"/>
                    </a:moveTo>
                    <a:lnTo>
                      <a:pt x="1" y="1921"/>
                    </a:lnTo>
                    <a:lnTo>
                      <a:pt x="1299" y="1921"/>
                    </a:lnTo>
                    <a:lnTo>
                      <a:pt x="129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43" name="Google Shape;443;p19"/>
              <p:cNvSpPr/>
              <p:nvPr/>
            </p:nvSpPr>
            <p:spPr>
              <a:xfrm>
                <a:off x="7820643" y="3498935"/>
                <a:ext cx="111662" cy="161122"/>
              </a:xfrm>
              <a:custGeom>
                <a:avLst/>
                <a:gdLst/>
                <a:ahLst/>
                <a:cxnLst/>
                <a:rect l="l" t="t" r="r" b="b"/>
                <a:pathLst>
                  <a:path w="1402" h="2023" extrusionOk="0">
                    <a:moveTo>
                      <a:pt x="1290" y="102"/>
                    </a:moveTo>
                    <a:lnTo>
                      <a:pt x="1290" y="1921"/>
                    </a:lnTo>
                    <a:lnTo>
                      <a:pt x="102" y="1921"/>
                    </a:lnTo>
                    <a:lnTo>
                      <a:pt x="102" y="102"/>
                    </a:lnTo>
                    <a:close/>
                    <a:moveTo>
                      <a:pt x="0" y="0"/>
                    </a:moveTo>
                    <a:lnTo>
                      <a:pt x="0" y="2023"/>
                    </a:lnTo>
                    <a:lnTo>
                      <a:pt x="1401" y="2023"/>
                    </a:lnTo>
                    <a:lnTo>
                      <a:pt x="140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44" name="Google Shape;444;p19"/>
              <p:cNvSpPr/>
              <p:nvPr/>
            </p:nvSpPr>
            <p:spPr>
              <a:xfrm>
                <a:off x="7980967" y="3600163"/>
                <a:ext cx="103538" cy="66583"/>
              </a:xfrm>
              <a:custGeom>
                <a:avLst/>
                <a:gdLst/>
                <a:ahLst/>
                <a:cxnLst/>
                <a:rect l="l" t="t" r="r" b="b"/>
                <a:pathLst>
                  <a:path w="1300" h="836" extrusionOk="0">
                    <a:moveTo>
                      <a:pt x="0" y="0"/>
                    </a:moveTo>
                    <a:lnTo>
                      <a:pt x="0" y="835"/>
                    </a:lnTo>
                    <a:lnTo>
                      <a:pt x="1299" y="835"/>
                    </a:lnTo>
                    <a:lnTo>
                      <a:pt x="1299" y="0"/>
                    </a:lnTo>
                    <a:close/>
                  </a:path>
                </a:pathLst>
              </a:custGeom>
              <a:solidFill>
                <a:srgbClr val="01004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45" name="Google Shape;445;p19"/>
              <p:cNvSpPr/>
              <p:nvPr/>
            </p:nvSpPr>
            <p:spPr>
              <a:xfrm>
                <a:off x="7976507" y="3595703"/>
                <a:ext cx="111662" cy="75424"/>
              </a:xfrm>
              <a:custGeom>
                <a:avLst/>
                <a:gdLst/>
                <a:ahLst/>
                <a:cxnLst/>
                <a:rect l="l" t="t" r="r" b="b"/>
                <a:pathLst>
                  <a:path w="1402" h="947" extrusionOk="0">
                    <a:moveTo>
                      <a:pt x="1299" y="103"/>
                    </a:moveTo>
                    <a:lnTo>
                      <a:pt x="1299" y="845"/>
                    </a:lnTo>
                    <a:lnTo>
                      <a:pt x="112" y="845"/>
                    </a:lnTo>
                    <a:lnTo>
                      <a:pt x="112" y="103"/>
                    </a:lnTo>
                    <a:close/>
                    <a:moveTo>
                      <a:pt x="56" y="1"/>
                    </a:moveTo>
                    <a:cubicBezTo>
                      <a:pt x="28" y="1"/>
                      <a:pt x="1" y="28"/>
                      <a:pt x="1" y="56"/>
                    </a:cubicBezTo>
                    <a:lnTo>
                      <a:pt x="1" y="891"/>
                    </a:lnTo>
                    <a:cubicBezTo>
                      <a:pt x="1" y="919"/>
                      <a:pt x="28" y="947"/>
                      <a:pt x="56" y="947"/>
                    </a:cubicBezTo>
                    <a:lnTo>
                      <a:pt x="1346" y="947"/>
                    </a:lnTo>
                    <a:cubicBezTo>
                      <a:pt x="1374" y="947"/>
                      <a:pt x="1401" y="919"/>
                      <a:pt x="1401" y="891"/>
                    </a:cubicBezTo>
                    <a:lnTo>
                      <a:pt x="1401" y="56"/>
                    </a:lnTo>
                    <a:cubicBezTo>
                      <a:pt x="1401" y="28"/>
                      <a:pt x="1374" y="1"/>
                      <a:pt x="134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46" name="Google Shape;446;p19"/>
              <p:cNvSpPr/>
              <p:nvPr/>
            </p:nvSpPr>
            <p:spPr>
              <a:xfrm>
                <a:off x="7971330" y="3600163"/>
                <a:ext cx="103538" cy="62123"/>
              </a:xfrm>
              <a:custGeom>
                <a:avLst/>
                <a:gdLst/>
                <a:ahLst/>
                <a:cxnLst/>
                <a:rect l="l" t="t" r="r" b="b"/>
                <a:pathLst>
                  <a:path w="1300" h="780" extrusionOk="0">
                    <a:moveTo>
                      <a:pt x="1" y="0"/>
                    </a:moveTo>
                    <a:lnTo>
                      <a:pt x="1" y="779"/>
                    </a:lnTo>
                    <a:lnTo>
                      <a:pt x="1299" y="779"/>
                    </a:lnTo>
                    <a:lnTo>
                      <a:pt x="129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47" name="Google Shape;447;p19"/>
              <p:cNvSpPr/>
              <p:nvPr/>
            </p:nvSpPr>
            <p:spPr>
              <a:xfrm>
                <a:off x="7966949" y="3595703"/>
                <a:ext cx="111583" cy="71043"/>
              </a:xfrm>
              <a:custGeom>
                <a:avLst/>
                <a:gdLst/>
                <a:ahLst/>
                <a:cxnLst/>
                <a:rect l="l" t="t" r="r" b="b"/>
                <a:pathLst>
                  <a:path w="1401" h="892" extrusionOk="0">
                    <a:moveTo>
                      <a:pt x="1299" y="103"/>
                    </a:moveTo>
                    <a:lnTo>
                      <a:pt x="1299" y="780"/>
                    </a:lnTo>
                    <a:lnTo>
                      <a:pt x="111" y="780"/>
                    </a:lnTo>
                    <a:lnTo>
                      <a:pt x="111" y="103"/>
                    </a:lnTo>
                    <a:close/>
                    <a:moveTo>
                      <a:pt x="0" y="1"/>
                    </a:moveTo>
                    <a:lnTo>
                      <a:pt x="0" y="891"/>
                    </a:lnTo>
                    <a:lnTo>
                      <a:pt x="1401" y="891"/>
                    </a:lnTo>
                    <a:lnTo>
                      <a:pt x="1401" y="1"/>
                    </a:lnTo>
                    <a:close/>
                  </a:path>
                </a:pathLst>
              </a:custGeom>
              <a:solidFill>
                <a:srgbClr val="01004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48" name="Google Shape;448;p19"/>
              <p:cNvSpPr/>
              <p:nvPr/>
            </p:nvSpPr>
            <p:spPr>
              <a:xfrm>
                <a:off x="7971330" y="3600163"/>
                <a:ext cx="103538" cy="62123"/>
              </a:xfrm>
              <a:custGeom>
                <a:avLst/>
                <a:gdLst/>
                <a:ahLst/>
                <a:cxnLst/>
                <a:rect l="l" t="t" r="r" b="b"/>
                <a:pathLst>
                  <a:path w="1300" h="780" extrusionOk="0">
                    <a:moveTo>
                      <a:pt x="1" y="0"/>
                    </a:moveTo>
                    <a:lnTo>
                      <a:pt x="1" y="779"/>
                    </a:lnTo>
                    <a:lnTo>
                      <a:pt x="1299" y="779"/>
                    </a:lnTo>
                    <a:lnTo>
                      <a:pt x="1299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49" name="Google Shape;449;p19"/>
              <p:cNvSpPr/>
              <p:nvPr/>
            </p:nvSpPr>
            <p:spPr>
              <a:xfrm>
                <a:off x="7966949" y="3595703"/>
                <a:ext cx="111583" cy="71043"/>
              </a:xfrm>
              <a:custGeom>
                <a:avLst/>
                <a:gdLst/>
                <a:ahLst/>
                <a:cxnLst/>
                <a:rect l="l" t="t" r="r" b="b"/>
                <a:pathLst>
                  <a:path w="1401" h="892" extrusionOk="0">
                    <a:moveTo>
                      <a:pt x="1299" y="103"/>
                    </a:moveTo>
                    <a:lnTo>
                      <a:pt x="1299" y="780"/>
                    </a:lnTo>
                    <a:lnTo>
                      <a:pt x="111" y="780"/>
                    </a:lnTo>
                    <a:lnTo>
                      <a:pt x="111" y="103"/>
                    </a:lnTo>
                    <a:close/>
                    <a:moveTo>
                      <a:pt x="56" y="1"/>
                    </a:moveTo>
                    <a:cubicBezTo>
                      <a:pt x="28" y="1"/>
                      <a:pt x="0" y="28"/>
                      <a:pt x="0" y="56"/>
                    </a:cubicBezTo>
                    <a:lnTo>
                      <a:pt x="0" y="835"/>
                    </a:lnTo>
                    <a:cubicBezTo>
                      <a:pt x="0" y="863"/>
                      <a:pt x="28" y="891"/>
                      <a:pt x="56" y="891"/>
                    </a:cubicBezTo>
                    <a:lnTo>
                      <a:pt x="1354" y="891"/>
                    </a:lnTo>
                    <a:cubicBezTo>
                      <a:pt x="1382" y="891"/>
                      <a:pt x="1401" y="863"/>
                      <a:pt x="1401" y="835"/>
                    </a:cubicBezTo>
                    <a:lnTo>
                      <a:pt x="1401" y="56"/>
                    </a:lnTo>
                    <a:cubicBezTo>
                      <a:pt x="1401" y="28"/>
                      <a:pt x="1382" y="1"/>
                      <a:pt x="135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50" name="Google Shape;450;p19"/>
              <p:cNvSpPr/>
              <p:nvPr/>
            </p:nvSpPr>
            <p:spPr>
              <a:xfrm>
                <a:off x="7003284" y="3902326"/>
                <a:ext cx="295642" cy="127193"/>
              </a:xfrm>
              <a:custGeom>
                <a:avLst/>
                <a:gdLst/>
                <a:ahLst/>
                <a:cxnLst/>
                <a:rect l="l" t="t" r="r" b="b"/>
                <a:pathLst>
                  <a:path w="3712" h="1597" extrusionOk="0">
                    <a:moveTo>
                      <a:pt x="3712" y="1596"/>
                    </a:moveTo>
                    <a:lnTo>
                      <a:pt x="1" y="1"/>
                    </a:lnTo>
                  </a:path>
                </a:pathLst>
              </a:custGeom>
              <a:solidFill>
                <a:srgbClr val="E16F1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51" name="Google Shape;451;p19"/>
              <p:cNvSpPr/>
              <p:nvPr/>
            </p:nvSpPr>
            <p:spPr>
              <a:xfrm>
                <a:off x="6998107" y="3897627"/>
                <a:ext cx="305996" cy="136273"/>
              </a:xfrm>
              <a:custGeom>
                <a:avLst/>
                <a:gdLst/>
                <a:ahLst/>
                <a:cxnLst/>
                <a:rect l="l" t="t" r="r" b="b"/>
                <a:pathLst>
                  <a:path w="3842" h="1711" extrusionOk="0">
                    <a:moveTo>
                      <a:pt x="62" y="0"/>
                    </a:moveTo>
                    <a:cubicBezTo>
                      <a:pt x="40" y="0"/>
                      <a:pt x="17" y="11"/>
                      <a:pt x="10" y="32"/>
                    </a:cubicBezTo>
                    <a:cubicBezTo>
                      <a:pt x="1" y="60"/>
                      <a:pt x="10" y="97"/>
                      <a:pt x="38" y="106"/>
                    </a:cubicBezTo>
                    <a:lnTo>
                      <a:pt x="3749" y="1702"/>
                    </a:lnTo>
                    <a:cubicBezTo>
                      <a:pt x="3758" y="1711"/>
                      <a:pt x="3767" y="1711"/>
                      <a:pt x="3777" y="1711"/>
                    </a:cubicBezTo>
                    <a:cubicBezTo>
                      <a:pt x="3795" y="1711"/>
                      <a:pt x="3814" y="1702"/>
                      <a:pt x="3823" y="1674"/>
                    </a:cubicBezTo>
                    <a:cubicBezTo>
                      <a:pt x="3842" y="1646"/>
                      <a:pt x="3823" y="1609"/>
                      <a:pt x="3795" y="1600"/>
                    </a:cubicBezTo>
                    <a:lnTo>
                      <a:pt x="84" y="4"/>
                    </a:lnTo>
                    <a:cubicBezTo>
                      <a:pt x="78" y="2"/>
                      <a:pt x="70" y="0"/>
                      <a:pt x="6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52" name="Google Shape;452;p19"/>
              <p:cNvSpPr/>
              <p:nvPr/>
            </p:nvSpPr>
            <p:spPr>
              <a:xfrm>
                <a:off x="6969355" y="3873495"/>
                <a:ext cx="48106" cy="48106"/>
              </a:xfrm>
              <a:custGeom>
                <a:avLst/>
                <a:gdLst/>
                <a:ahLst/>
                <a:cxnLst/>
                <a:rect l="l" t="t" r="r" b="b"/>
                <a:pathLst>
                  <a:path w="604" h="604" extrusionOk="0">
                    <a:moveTo>
                      <a:pt x="445" y="1"/>
                    </a:moveTo>
                    <a:lnTo>
                      <a:pt x="0" y="168"/>
                    </a:lnTo>
                    <a:lnTo>
                      <a:pt x="158" y="604"/>
                    </a:lnTo>
                    <a:lnTo>
                      <a:pt x="603" y="446"/>
                    </a:lnTo>
                    <a:lnTo>
                      <a:pt x="44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53" name="Google Shape;453;p19"/>
              <p:cNvSpPr/>
              <p:nvPr/>
            </p:nvSpPr>
            <p:spPr>
              <a:xfrm>
                <a:off x="6964178" y="3868477"/>
                <a:ext cx="58459" cy="57583"/>
              </a:xfrm>
              <a:custGeom>
                <a:avLst/>
                <a:gdLst/>
                <a:ahLst/>
                <a:cxnLst/>
                <a:rect l="l" t="t" r="r" b="b"/>
                <a:pathLst>
                  <a:path w="734" h="723" extrusionOk="0">
                    <a:moveTo>
                      <a:pt x="473" y="129"/>
                    </a:moveTo>
                    <a:lnTo>
                      <a:pt x="594" y="472"/>
                    </a:lnTo>
                    <a:lnTo>
                      <a:pt x="260" y="593"/>
                    </a:lnTo>
                    <a:lnTo>
                      <a:pt x="139" y="259"/>
                    </a:lnTo>
                    <a:lnTo>
                      <a:pt x="473" y="129"/>
                    </a:lnTo>
                    <a:close/>
                    <a:moveTo>
                      <a:pt x="517" y="1"/>
                    </a:moveTo>
                    <a:cubicBezTo>
                      <a:pt x="508" y="1"/>
                      <a:pt x="500" y="3"/>
                      <a:pt x="492" y="8"/>
                    </a:cubicBezTo>
                    <a:lnTo>
                      <a:pt x="47" y="166"/>
                    </a:lnTo>
                    <a:cubicBezTo>
                      <a:pt x="28" y="175"/>
                      <a:pt x="19" y="184"/>
                      <a:pt x="10" y="194"/>
                    </a:cubicBezTo>
                    <a:cubicBezTo>
                      <a:pt x="10" y="212"/>
                      <a:pt x="0" y="222"/>
                      <a:pt x="10" y="240"/>
                    </a:cubicBezTo>
                    <a:lnTo>
                      <a:pt x="167" y="685"/>
                    </a:lnTo>
                    <a:cubicBezTo>
                      <a:pt x="177" y="704"/>
                      <a:pt x="204" y="722"/>
                      <a:pt x="223" y="722"/>
                    </a:cubicBezTo>
                    <a:lnTo>
                      <a:pt x="241" y="722"/>
                    </a:lnTo>
                    <a:lnTo>
                      <a:pt x="687" y="555"/>
                    </a:lnTo>
                    <a:cubicBezTo>
                      <a:pt x="724" y="546"/>
                      <a:pt x="733" y="509"/>
                      <a:pt x="724" y="481"/>
                    </a:cubicBezTo>
                    <a:lnTo>
                      <a:pt x="566" y="36"/>
                    </a:lnTo>
                    <a:cubicBezTo>
                      <a:pt x="559" y="16"/>
                      <a:pt x="538" y="1"/>
                      <a:pt x="5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54" name="Google Shape;454;p19"/>
              <p:cNvSpPr/>
              <p:nvPr/>
            </p:nvSpPr>
            <p:spPr>
              <a:xfrm>
                <a:off x="7282596" y="3887114"/>
                <a:ext cx="591125" cy="551940"/>
              </a:xfrm>
              <a:custGeom>
                <a:avLst/>
                <a:gdLst/>
                <a:ahLst/>
                <a:cxnLst/>
                <a:rect l="l" t="t" r="r" b="b"/>
                <a:pathLst>
                  <a:path w="7422" h="6930" extrusionOk="0">
                    <a:moveTo>
                      <a:pt x="3722" y="1"/>
                    </a:moveTo>
                    <a:cubicBezTo>
                      <a:pt x="3544" y="1"/>
                      <a:pt x="3364" y="15"/>
                      <a:pt x="3182" y="43"/>
                    </a:cubicBezTo>
                    <a:cubicBezTo>
                      <a:pt x="1299" y="331"/>
                      <a:pt x="1" y="2093"/>
                      <a:pt x="288" y="3986"/>
                    </a:cubicBezTo>
                    <a:cubicBezTo>
                      <a:pt x="549" y="5702"/>
                      <a:pt x="2030" y="6929"/>
                      <a:pt x="3714" y="6929"/>
                    </a:cubicBezTo>
                    <a:cubicBezTo>
                      <a:pt x="3888" y="6929"/>
                      <a:pt x="4063" y="6916"/>
                      <a:pt x="4240" y="6889"/>
                    </a:cubicBezTo>
                    <a:cubicBezTo>
                      <a:pt x="6123" y="6593"/>
                      <a:pt x="7422" y="4830"/>
                      <a:pt x="7134" y="2938"/>
                    </a:cubicBezTo>
                    <a:cubicBezTo>
                      <a:pt x="6874" y="1227"/>
                      <a:pt x="5401" y="1"/>
                      <a:pt x="372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55" name="Google Shape;455;p19"/>
              <p:cNvSpPr/>
              <p:nvPr/>
            </p:nvSpPr>
            <p:spPr>
              <a:xfrm>
                <a:off x="7277420" y="3882176"/>
                <a:ext cx="589692" cy="561099"/>
              </a:xfrm>
              <a:custGeom>
                <a:avLst/>
                <a:gdLst/>
                <a:ahLst/>
                <a:cxnLst/>
                <a:rect l="l" t="t" r="r" b="b"/>
                <a:pathLst>
                  <a:path w="7404" h="7045" extrusionOk="0">
                    <a:moveTo>
                      <a:pt x="3776" y="114"/>
                    </a:moveTo>
                    <a:cubicBezTo>
                      <a:pt x="5427" y="114"/>
                      <a:pt x="6884" y="1330"/>
                      <a:pt x="7144" y="3009"/>
                    </a:cubicBezTo>
                    <a:cubicBezTo>
                      <a:pt x="7283" y="3909"/>
                      <a:pt x="7060" y="4808"/>
                      <a:pt x="6522" y="5541"/>
                    </a:cubicBezTo>
                    <a:cubicBezTo>
                      <a:pt x="5984" y="6274"/>
                      <a:pt x="5196" y="6757"/>
                      <a:pt x="4296" y="6886"/>
                    </a:cubicBezTo>
                    <a:cubicBezTo>
                      <a:pt x="4119" y="6914"/>
                      <a:pt x="3952" y="6933"/>
                      <a:pt x="3776" y="6933"/>
                    </a:cubicBezTo>
                    <a:cubicBezTo>
                      <a:pt x="2125" y="6933"/>
                      <a:pt x="669" y="5718"/>
                      <a:pt x="409" y="4038"/>
                    </a:cubicBezTo>
                    <a:cubicBezTo>
                      <a:pt x="130" y="2183"/>
                      <a:pt x="1401" y="439"/>
                      <a:pt x="3266" y="161"/>
                    </a:cubicBezTo>
                    <a:cubicBezTo>
                      <a:pt x="3433" y="133"/>
                      <a:pt x="3609" y="114"/>
                      <a:pt x="3776" y="114"/>
                    </a:cubicBezTo>
                    <a:close/>
                    <a:moveTo>
                      <a:pt x="3765" y="1"/>
                    </a:moveTo>
                    <a:cubicBezTo>
                      <a:pt x="3591" y="1"/>
                      <a:pt x="3415" y="14"/>
                      <a:pt x="3238" y="40"/>
                    </a:cubicBezTo>
                    <a:cubicBezTo>
                      <a:pt x="1327" y="337"/>
                      <a:pt x="1" y="2137"/>
                      <a:pt x="297" y="4057"/>
                    </a:cubicBezTo>
                    <a:cubicBezTo>
                      <a:pt x="566" y="5801"/>
                      <a:pt x="2069" y="7044"/>
                      <a:pt x="3776" y="7044"/>
                    </a:cubicBezTo>
                    <a:cubicBezTo>
                      <a:pt x="3952" y="7044"/>
                      <a:pt x="4129" y="7035"/>
                      <a:pt x="4314" y="7007"/>
                    </a:cubicBezTo>
                    <a:cubicBezTo>
                      <a:pt x="5242" y="6868"/>
                      <a:pt x="6058" y="6367"/>
                      <a:pt x="6615" y="5606"/>
                    </a:cubicBezTo>
                    <a:cubicBezTo>
                      <a:pt x="7171" y="4855"/>
                      <a:pt x="7403" y="3918"/>
                      <a:pt x="7255" y="2990"/>
                    </a:cubicBezTo>
                    <a:cubicBezTo>
                      <a:pt x="6985" y="1247"/>
                      <a:pt x="5478" y="1"/>
                      <a:pt x="376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56" name="Google Shape;456;p19"/>
              <p:cNvSpPr/>
              <p:nvPr/>
            </p:nvSpPr>
            <p:spPr>
              <a:xfrm>
                <a:off x="7236801" y="3869592"/>
                <a:ext cx="627364" cy="551781"/>
              </a:xfrm>
              <a:custGeom>
                <a:avLst/>
                <a:gdLst/>
                <a:ahLst/>
                <a:cxnLst/>
                <a:rect l="l" t="t" r="r" b="b"/>
                <a:pathLst>
                  <a:path w="7877" h="6928" extrusionOk="0">
                    <a:moveTo>
                      <a:pt x="3939" y="1"/>
                    </a:moveTo>
                    <a:cubicBezTo>
                      <a:pt x="2845" y="1"/>
                      <a:pt x="1768" y="518"/>
                      <a:pt x="1095" y="1488"/>
                    </a:cubicBezTo>
                    <a:cubicBezTo>
                      <a:pt x="0" y="3055"/>
                      <a:pt x="390" y="5208"/>
                      <a:pt x="1958" y="6302"/>
                    </a:cubicBezTo>
                    <a:cubicBezTo>
                      <a:pt x="2562" y="6724"/>
                      <a:pt x="3255" y="6927"/>
                      <a:pt x="3941" y="6927"/>
                    </a:cubicBezTo>
                    <a:cubicBezTo>
                      <a:pt x="5034" y="6927"/>
                      <a:pt x="6109" y="6412"/>
                      <a:pt x="6782" y="5449"/>
                    </a:cubicBezTo>
                    <a:cubicBezTo>
                      <a:pt x="7876" y="3881"/>
                      <a:pt x="7487" y="1720"/>
                      <a:pt x="5919" y="625"/>
                    </a:cubicBezTo>
                    <a:cubicBezTo>
                      <a:pt x="5315" y="203"/>
                      <a:pt x="4624" y="1"/>
                      <a:pt x="393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57" name="Google Shape;457;p19"/>
              <p:cNvSpPr/>
              <p:nvPr/>
            </p:nvSpPr>
            <p:spPr>
              <a:xfrm>
                <a:off x="7250102" y="3865769"/>
                <a:ext cx="588895" cy="561258"/>
              </a:xfrm>
              <a:custGeom>
                <a:avLst/>
                <a:gdLst/>
                <a:ahLst/>
                <a:cxnLst/>
                <a:rect l="l" t="t" r="r" b="b"/>
                <a:pathLst>
                  <a:path w="7394" h="7047" extrusionOk="0">
                    <a:moveTo>
                      <a:pt x="3778" y="113"/>
                    </a:moveTo>
                    <a:cubicBezTo>
                      <a:pt x="5427" y="113"/>
                      <a:pt x="6874" y="1322"/>
                      <a:pt x="7134" y="3001"/>
                    </a:cubicBezTo>
                    <a:cubicBezTo>
                      <a:pt x="7273" y="3901"/>
                      <a:pt x="7051" y="4801"/>
                      <a:pt x="6513" y="5534"/>
                    </a:cubicBezTo>
                    <a:cubicBezTo>
                      <a:pt x="5975" y="6267"/>
                      <a:pt x="5186" y="6749"/>
                      <a:pt x="4286" y="6888"/>
                    </a:cubicBezTo>
                    <a:cubicBezTo>
                      <a:pt x="4111" y="6916"/>
                      <a:pt x="3936" y="6929"/>
                      <a:pt x="3764" y="6929"/>
                    </a:cubicBezTo>
                    <a:cubicBezTo>
                      <a:pt x="2114" y="6929"/>
                      <a:pt x="661" y="5720"/>
                      <a:pt x="409" y="4040"/>
                    </a:cubicBezTo>
                    <a:cubicBezTo>
                      <a:pt x="121" y="2185"/>
                      <a:pt x="1401" y="441"/>
                      <a:pt x="3256" y="153"/>
                    </a:cubicBezTo>
                    <a:cubicBezTo>
                      <a:pt x="3432" y="126"/>
                      <a:pt x="3606" y="113"/>
                      <a:pt x="3778" y="113"/>
                    </a:cubicBezTo>
                    <a:close/>
                    <a:moveTo>
                      <a:pt x="3777" y="1"/>
                    </a:moveTo>
                    <a:cubicBezTo>
                      <a:pt x="3599" y="1"/>
                      <a:pt x="3419" y="14"/>
                      <a:pt x="3238" y="42"/>
                    </a:cubicBezTo>
                    <a:cubicBezTo>
                      <a:pt x="1318" y="339"/>
                      <a:pt x="0" y="2139"/>
                      <a:pt x="288" y="4059"/>
                    </a:cubicBezTo>
                    <a:cubicBezTo>
                      <a:pt x="557" y="5794"/>
                      <a:pt x="2060" y="7046"/>
                      <a:pt x="3767" y="7046"/>
                    </a:cubicBezTo>
                    <a:cubicBezTo>
                      <a:pt x="3943" y="7046"/>
                      <a:pt x="4128" y="7027"/>
                      <a:pt x="4305" y="7000"/>
                    </a:cubicBezTo>
                    <a:cubicBezTo>
                      <a:pt x="5232" y="6861"/>
                      <a:pt x="6049" y="6360"/>
                      <a:pt x="6605" y="5608"/>
                    </a:cubicBezTo>
                    <a:cubicBezTo>
                      <a:pt x="7171" y="4847"/>
                      <a:pt x="7394" y="3920"/>
                      <a:pt x="7255" y="2983"/>
                    </a:cubicBezTo>
                    <a:cubicBezTo>
                      <a:pt x="6986" y="1252"/>
                      <a:pt x="5484" y="1"/>
                      <a:pt x="377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58" name="Google Shape;458;p19"/>
              <p:cNvSpPr/>
              <p:nvPr/>
            </p:nvSpPr>
            <p:spPr>
              <a:xfrm>
                <a:off x="7643863" y="3925423"/>
                <a:ext cx="134600" cy="135078"/>
              </a:xfrm>
              <a:custGeom>
                <a:avLst/>
                <a:gdLst/>
                <a:ahLst/>
                <a:cxnLst/>
                <a:rect l="l" t="t" r="r" b="b"/>
                <a:pathLst>
                  <a:path w="1690" h="1696" extrusionOk="0">
                    <a:moveTo>
                      <a:pt x="105" y="0"/>
                    </a:moveTo>
                    <a:cubicBezTo>
                      <a:pt x="71" y="0"/>
                      <a:pt x="42" y="19"/>
                      <a:pt x="29" y="54"/>
                    </a:cubicBezTo>
                    <a:cubicBezTo>
                      <a:pt x="1" y="100"/>
                      <a:pt x="19" y="147"/>
                      <a:pt x="66" y="165"/>
                    </a:cubicBezTo>
                    <a:cubicBezTo>
                      <a:pt x="715" y="471"/>
                      <a:pt x="1225" y="991"/>
                      <a:pt x="1513" y="1649"/>
                    </a:cubicBezTo>
                    <a:cubicBezTo>
                      <a:pt x="1531" y="1677"/>
                      <a:pt x="1559" y="1696"/>
                      <a:pt x="1596" y="1696"/>
                    </a:cubicBezTo>
                    <a:cubicBezTo>
                      <a:pt x="1606" y="1696"/>
                      <a:pt x="1615" y="1696"/>
                      <a:pt x="1624" y="1687"/>
                    </a:cubicBezTo>
                    <a:cubicBezTo>
                      <a:pt x="1671" y="1668"/>
                      <a:pt x="1689" y="1622"/>
                      <a:pt x="1671" y="1575"/>
                    </a:cubicBezTo>
                    <a:cubicBezTo>
                      <a:pt x="1365" y="879"/>
                      <a:pt x="826" y="332"/>
                      <a:pt x="140" y="7"/>
                    </a:cubicBezTo>
                    <a:cubicBezTo>
                      <a:pt x="128" y="3"/>
                      <a:pt x="116" y="0"/>
                      <a:pt x="10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59" name="Google Shape;459;p19"/>
              <p:cNvSpPr/>
              <p:nvPr/>
            </p:nvSpPr>
            <p:spPr>
              <a:xfrm>
                <a:off x="7895061" y="4209673"/>
                <a:ext cx="304483" cy="38548"/>
              </a:xfrm>
              <a:custGeom>
                <a:avLst/>
                <a:gdLst/>
                <a:ahLst/>
                <a:cxnLst/>
                <a:rect l="l" t="t" r="r" b="b"/>
                <a:pathLst>
                  <a:path w="3823" h="484" extrusionOk="0">
                    <a:moveTo>
                      <a:pt x="1" y="1"/>
                    </a:moveTo>
                    <a:lnTo>
                      <a:pt x="1" y="483"/>
                    </a:lnTo>
                    <a:lnTo>
                      <a:pt x="3823" y="483"/>
                    </a:lnTo>
                    <a:lnTo>
                      <a:pt x="3823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60" name="Google Shape;460;p19"/>
              <p:cNvSpPr/>
              <p:nvPr/>
            </p:nvSpPr>
            <p:spPr>
              <a:xfrm>
                <a:off x="7890681" y="4205293"/>
                <a:ext cx="314040" cy="48106"/>
              </a:xfrm>
              <a:custGeom>
                <a:avLst/>
                <a:gdLst/>
                <a:ahLst/>
                <a:cxnLst/>
                <a:rect l="l" t="t" r="r" b="b"/>
                <a:pathLst>
                  <a:path w="3943" h="604" extrusionOk="0">
                    <a:moveTo>
                      <a:pt x="3822" y="111"/>
                    </a:moveTo>
                    <a:lnTo>
                      <a:pt x="3822" y="482"/>
                    </a:lnTo>
                    <a:lnTo>
                      <a:pt x="121" y="482"/>
                    </a:lnTo>
                    <a:lnTo>
                      <a:pt x="121" y="111"/>
                    </a:lnTo>
                    <a:close/>
                    <a:moveTo>
                      <a:pt x="56" y="0"/>
                    </a:moveTo>
                    <a:cubicBezTo>
                      <a:pt x="28" y="0"/>
                      <a:pt x="0" y="19"/>
                      <a:pt x="0" y="56"/>
                    </a:cubicBezTo>
                    <a:lnTo>
                      <a:pt x="0" y="547"/>
                    </a:lnTo>
                    <a:cubicBezTo>
                      <a:pt x="0" y="557"/>
                      <a:pt x="10" y="575"/>
                      <a:pt x="19" y="584"/>
                    </a:cubicBezTo>
                    <a:cubicBezTo>
                      <a:pt x="28" y="594"/>
                      <a:pt x="47" y="603"/>
                      <a:pt x="56" y="603"/>
                    </a:cubicBezTo>
                    <a:lnTo>
                      <a:pt x="3878" y="603"/>
                    </a:lnTo>
                    <a:cubicBezTo>
                      <a:pt x="3915" y="603"/>
                      <a:pt x="3943" y="575"/>
                      <a:pt x="3943" y="547"/>
                    </a:cubicBezTo>
                    <a:lnTo>
                      <a:pt x="3943" y="56"/>
                    </a:lnTo>
                    <a:cubicBezTo>
                      <a:pt x="3943" y="37"/>
                      <a:pt x="3934" y="19"/>
                      <a:pt x="3924" y="9"/>
                    </a:cubicBezTo>
                    <a:cubicBezTo>
                      <a:pt x="3915" y="0"/>
                      <a:pt x="3896" y="0"/>
                      <a:pt x="387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61" name="Google Shape;461;p19"/>
              <p:cNvSpPr/>
              <p:nvPr/>
            </p:nvSpPr>
            <p:spPr>
              <a:xfrm>
                <a:off x="7895061" y="4136560"/>
                <a:ext cx="175219" cy="25885"/>
              </a:xfrm>
              <a:custGeom>
                <a:avLst/>
                <a:gdLst/>
                <a:ahLst/>
                <a:cxnLst/>
                <a:rect l="l" t="t" r="r" b="b"/>
                <a:pathLst>
                  <a:path w="2200" h="325" extrusionOk="0">
                    <a:moveTo>
                      <a:pt x="1" y="0"/>
                    </a:moveTo>
                    <a:lnTo>
                      <a:pt x="1" y="325"/>
                    </a:lnTo>
                    <a:lnTo>
                      <a:pt x="2199" y="325"/>
                    </a:lnTo>
                    <a:lnTo>
                      <a:pt x="219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62" name="Google Shape;462;p19"/>
              <p:cNvSpPr/>
              <p:nvPr/>
            </p:nvSpPr>
            <p:spPr>
              <a:xfrm>
                <a:off x="7890681" y="4132100"/>
                <a:ext cx="184060" cy="34805"/>
              </a:xfrm>
              <a:custGeom>
                <a:avLst/>
                <a:gdLst/>
                <a:ahLst/>
                <a:cxnLst/>
                <a:rect l="l" t="t" r="r" b="b"/>
                <a:pathLst>
                  <a:path w="2311" h="437" extrusionOk="0">
                    <a:moveTo>
                      <a:pt x="2199" y="121"/>
                    </a:moveTo>
                    <a:lnTo>
                      <a:pt x="2199" y="316"/>
                    </a:lnTo>
                    <a:lnTo>
                      <a:pt x="121" y="316"/>
                    </a:lnTo>
                    <a:lnTo>
                      <a:pt x="121" y="121"/>
                    </a:lnTo>
                    <a:close/>
                    <a:moveTo>
                      <a:pt x="56" y="1"/>
                    </a:moveTo>
                    <a:cubicBezTo>
                      <a:pt x="47" y="1"/>
                      <a:pt x="28" y="10"/>
                      <a:pt x="19" y="19"/>
                    </a:cubicBezTo>
                    <a:cubicBezTo>
                      <a:pt x="10" y="28"/>
                      <a:pt x="0" y="47"/>
                      <a:pt x="0" y="56"/>
                    </a:cubicBezTo>
                    <a:lnTo>
                      <a:pt x="0" y="381"/>
                    </a:lnTo>
                    <a:cubicBezTo>
                      <a:pt x="0" y="409"/>
                      <a:pt x="28" y="437"/>
                      <a:pt x="56" y="437"/>
                    </a:cubicBezTo>
                    <a:lnTo>
                      <a:pt x="2254" y="437"/>
                    </a:lnTo>
                    <a:cubicBezTo>
                      <a:pt x="2273" y="437"/>
                      <a:pt x="2282" y="427"/>
                      <a:pt x="2292" y="418"/>
                    </a:cubicBezTo>
                    <a:cubicBezTo>
                      <a:pt x="2310" y="409"/>
                      <a:pt x="2310" y="390"/>
                      <a:pt x="2310" y="381"/>
                    </a:cubicBezTo>
                    <a:lnTo>
                      <a:pt x="2310" y="56"/>
                    </a:lnTo>
                    <a:cubicBezTo>
                      <a:pt x="2310" y="28"/>
                      <a:pt x="2282" y="1"/>
                      <a:pt x="225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63" name="Google Shape;463;p19"/>
              <p:cNvSpPr/>
              <p:nvPr/>
            </p:nvSpPr>
            <p:spPr>
              <a:xfrm>
                <a:off x="7895061" y="4064163"/>
                <a:ext cx="175219" cy="25168"/>
              </a:xfrm>
              <a:custGeom>
                <a:avLst/>
                <a:gdLst/>
                <a:ahLst/>
                <a:cxnLst/>
                <a:rect l="l" t="t" r="r" b="b"/>
                <a:pathLst>
                  <a:path w="2200" h="316" extrusionOk="0">
                    <a:moveTo>
                      <a:pt x="1" y="0"/>
                    </a:moveTo>
                    <a:lnTo>
                      <a:pt x="1" y="316"/>
                    </a:lnTo>
                    <a:lnTo>
                      <a:pt x="2199" y="316"/>
                    </a:lnTo>
                    <a:lnTo>
                      <a:pt x="219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64" name="Google Shape;464;p19"/>
              <p:cNvSpPr/>
              <p:nvPr/>
            </p:nvSpPr>
            <p:spPr>
              <a:xfrm>
                <a:off x="7890681" y="4059703"/>
                <a:ext cx="184060" cy="34805"/>
              </a:xfrm>
              <a:custGeom>
                <a:avLst/>
                <a:gdLst/>
                <a:ahLst/>
                <a:cxnLst/>
                <a:rect l="l" t="t" r="r" b="b"/>
                <a:pathLst>
                  <a:path w="2311" h="437" extrusionOk="0">
                    <a:moveTo>
                      <a:pt x="2199" y="112"/>
                    </a:moveTo>
                    <a:lnTo>
                      <a:pt x="2199" y="316"/>
                    </a:lnTo>
                    <a:lnTo>
                      <a:pt x="121" y="316"/>
                    </a:lnTo>
                    <a:lnTo>
                      <a:pt x="121" y="112"/>
                    </a:lnTo>
                    <a:close/>
                    <a:moveTo>
                      <a:pt x="56" y="1"/>
                    </a:moveTo>
                    <a:cubicBezTo>
                      <a:pt x="47" y="1"/>
                      <a:pt x="28" y="10"/>
                      <a:pt x="19" y="19"/>
                    </a:cubicBezTo>
                    <a:cubicBezTo>
                      <a:pt x="10" y="28"/>
                      <a:pt x="0" y="38"/>
                      <a:pt x="0" y="56"/>
                    </a:cubicBezTo>
                    <a:lnTo>
                      <a:pt x="0" y="372"/>
                    </a:lnTo>
                    <a:cubicBezTo>
                      <a:pt x="0" y="409"/>
                      <a:pt x="28" y="437"/>
                      <a:pt x="56" y="437"/>
                    </a:cubicBezTo>
                    <a:lnTo>
                      <a:pt x="2254" y="437"/>
                    </a:lnTo>
                    <a:cubicBezTo>
                      <a:pt x="2273" y="437"/>
                      <a:pt x="2282" y="427"/>
                      <a:pt x="2292" y="418"/>
                    </a:cubicBezTo>
                    <a:cubicBezTo>
                      <a:pt x="2310" y="409"/>
                      <a:pt x="2310" y="390"/>
                      <a:pt x="2310" y="372"/>
                    </a:cubicBezTo>
                    <a:lnTo>
                      <a:pt x="2310" y="56"/>
                    </a:lnTo>
                    <a:cubicBezTo>
                      <a:pt x="2310" y="28"/>
                      <a:pt x="2282" y="1"/>
                      <a:pt x="225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65" name="Google Shape;465;p19"/>
              <p:cNvSpPr/>
              <p:nvPr/>
            </p:nvSpPr>
            <p:spPr>
              <a:xfrm>
                <a:off x="7475415" y="3969546"/>
                <a:ext cx="156025" cy="115326"/>
              </a:xfrm>
              <a:custGeom>
                <a:avLst/>
                <a:gdLst/>
                <a:ahLst/>
                <a:cxnLst/>
                <a:rect l="l" t="t" r="r" b="b"/>
                <a:pathLst>
                  <a:path w="1959" h="1448" extrusionOk="0">
                    <a:moveTo>
                      <a:pt x="975" y="1"/>
                    </a:moveTo>
                    <a:cubicBezTo>
                      <a:pt x="437" y="1"/>
                      <a:pt x="1" y="437"/>
                      <a:pt x="1" y="975"/>
                    </a:cubicBezTo>
                    <a:lnTo>
                      <a:pt x="1" y="1448"/>
                    </a:lnTo>
                    <a:lnTo>
                      <a:pt x="353" y="1448"/>
                    </a:lnTo>
                    <a:lnTo>
                      <a:pt x="353" y="975"/>
                    </a:lnTo>
                    <a:cubicBezTo>
                      <a:pt x="353" y="632"/>
                      <a:pt x="641" y="353"/>
                      <a:pt x="984" y="353"/>
                    </a:cubicBezTo>
                    <a:cubicBezTo>
                      <a:pt x="1327" y="353"/>
                      <a:pt x="1606" y="632"/>
                      <a:pt x="1606" y="975"/>
                    </a:cubicBezTo>
                    <a:lnTo>
                      <a:pt x="1606" y="1448"/>
                    </a:lnTo>
                    <a:lnTo>
                      <a:pt x="1958" y="1448"/>
                    </a:lnTo>
                    <a:lnTo>
                      <a:pt x="1958" y="975"/>
                    </a:lnTo>
                    <a:cubicBezTo>
                      <a:pt x="1958" y="437"/>
                      <a:pt x="1513" y="1"/>
                      <a:pt x="97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66" name="Google Shape;466;p19"/>
              <p:cNvSpPr/>
              <p:nvPr/>
            </p:nvSpPr>
            <p:spPr>
              <a:xfrm>
                <a:off x="7471035" y="3964369"/>
                <a:ext cx="164786" cy="125680"/>
              </a:xfrm>
              <a:custGeom>
                <a:avLst/>
                <a:gdLst/>
                <a:ahLst/>
                <a:cxnLst/>
                <a:rect l="l" t="t" r="r" b="b"/>
                <a:pathLst>
                  <a:path w="2069" h="1578" extrusionOk="0">
                    <a:moveTo>
                      <a:pt x="1039" y="121"/>
                    </a:moveTo>
                    <a:cubicBezTo>
                      <a:pt x="1540" y="121"/>
                      <a:pt x="1948" y="530"/>
                      <a:pt x="1948" y="1040"/>
                    </a:cubicBezTo>
                    <a:lnTo>
                      <a:pt x="1948" y="1457"/>
                    </a:lnTo>
                    <a:lnTo>
                      <a:pt x="1716" y="1457"/>
                    </a:lnTo>
                    <a:lnTo>
                      <a:pt x="1716" y="1040"/>
                    </a:lnTo>
                    <a:cubicBezTo>
                      <a:pt x="1716" y="660"/>
                      <a:pt x="1410" y="353"/>
                      <a:pt x="1030" y="353"/>
                    </a:cubicBezTo>
                    <a:cubicBezTo>
                      <a:pt x="659" y="353"/>
                      <a:pt x="353" y="660"/>
                      <a:pt x="353" y="1040"/>
                    </a:cubicBezTo>
                    <a:lnTo>
                      <a:pt x="353" y="1457"/>
                    </a:lnTo>
                    <a:lnTo>
                      <a:pt x="121" y="1457"/>
                    </a:lnTo>
                    <a:lnTo>
                      <a:pt x="121" y="1040"/>
                    </a:lnTo>
                    <a:cubicBezTo>
                      <a:pt x="121" y="530"/>
                      <a:pt x="529" y="121"/>
                      <a:pt x="1039" y="121"/>
                    </a:cubicBezTo>
                    <a:close/>
                    <a:moveTo>
                      <a:pt x="1039" y="1"/>
                    </a:moveTo>
                    <a:cubicBezTo>
                      <a:pt x="464" y="1"/>
                      <a:pt x="0" y="465"/>
                      <a:pt x="0" y="1040"/>
                    </a:cubicBezTo>
                    <a:lnTo>
                      <a:pt x="0" y="1513"/>
                    </a:lnTo>
                    <a:cubicBezTo>
                      <a:pt x="0" y="1550"/>
                      <a:pt x="28" y="1578"/>
                      <a:pt x="65" y="1578"/>
                    </a:cubicBezTo>
                    <a:lnTo>
                      <a:pt x="418" y="1578"/>
                    </a:lnTo>
                    <a:cubicBezTo>
                      <a:pt x="445" y="1578"/>
                      <a:pt x="473" y="1550"/>
                      <a:pt x="473" y="1513"/>
                    </a:cubicBezTo>
                    <a:lnTo>
                      <a:pt x="473" y="1040"/>
                    </a:lnTo>
                    <a:cubicBezTo>
                      <a:pt x="473" y="724"/>
                      <a:pt x="724" y="474"/>
                      <a:pt x="1039" y="474"/>
                    </a:cubicBezTo>
                    <a:cubicBezTo>
                      <a:pt x="1345" y="474"/>
                      <a:pt x="1605" y="724"/>
                      <a:pt x="1605" y="1040"/>
                    </a:cubicBezTo>
                    <a:lnTo>
                      <a:pt x="1605" y="1513"/>
                    </a:lnTo>
                    <a:cubicBezTo>
                      <a:pt x="1605" y="1550"/>
                      <a:pt x="1624" y="1578"/>
                      <a:pt x="1661" y="1578"/>
                    </a:cubicBezTo>
                    <a:lnTo>
                      <a:pt x="2013" y="1578"/>
                    </a:lnTo>
                    <a:cubicBezTo>
                      <a:pt x="2041" y="1578"/>
                      <a:pt x="2069" y="1550"/>
                      <a:pt x="2069" y="1513"/>
                    </a:cubicBezTo>
                    <a:lnTo>
                      <a:pt x="2069" y="1040"/>
                    </a:lnTo>
                    <a:cubicBezTo>
                      <a:pt x="2069" y="465"/>
                      <a:pt x="1605" y="1"/>
                      <a:pt x="103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67" name="Google Shape;467;p19"/>
              <p:cNvSpPr/>
              <p:nvPr/>
            </p:nvSpPr>
            <p:spPr>
              <a:xfrm>
                <a:off x="7437744" y="4085587"/>
                <a:ext cx="231369" cy="192900"/>
              </a:xfrm>
              <a:custGeom>
                <a:avLst/>
                <a:gdLst/>
                <a:ahLst/>
                <a:cxnLst/>
                <a:rect l="l" t="t" r="r" b="b"/>
                <a:pathLst>
                  <a:path w="2905" h="2422" extrusionOk="0">
                    <a:moveTo>
                      <a:pt x="84" y="0"/>
                    </a:moveTo>
                    <a:cubicBezTo>
                      <a:pt x="38" y="0"/>
                      <a:pt x="10" y="37"/>
                      <a:pt x="10" y="74"/>
                    </a:cubicBezTo>
                    <a:lnTo>
                      <a:pt x="10" y="2347"/>
                    </a:lnTo>
                    <a:cubicBezTo>
                      <a:pt x="1" y="2384"/>
                      <a:pt x="38" y="2421"/>
                      <a:pt x="84" y="2421"/>
                    </a:cubicBezTo>
                    <a:lnTo>
                      <a:pt x="2821" y="2421"/>
                    </a:lnTo>
                    <a:cubicBezTo>
                      <a:pt x="2867" y="2421"/>
                      <a:pt x="2904" y="2384"/>
                      <a:pt x="2904" y="2347"/>
                    </a:cubicBezTo>
                    <a:lnTo>
                      <a:pt x="2904" y="74"/>
                    </a:lnTo>
                    <a:cubicBezTo>
                      <a:pt x="2904" y="37"/>
                      <a:pt x="2867" y="0"/>
                      <a:pt x="282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68" name="Google Shape;468;p19"/>
              <p:cNvSpPr/>
              <p:nvPr/>
            </p:nvSpPr>
            <p:spPr>
              <a:xfrm>
                <a:off x="7433283" y="4080411"/>
                <a:ext cx="240209" cy="202537"/>
              </a:xfrm>
              <a:custGeom>
                <a:avLst/>
                <a:gdLst/>
                <a:ahLst/>
                <a:cxnLst/>
                <a:rect l="l" t="t" r="r" b="b"/>
                <a:pathLst>
                  <a:path w="3016" h="2543" extrusionOk="0">
                    <a:moveTo>
                      <a:pt x="2877" y="121"/>
                    </a:moveTo>
                    <a:cubicBezTo>
                      <a:pt x="2895" y="121"/>
                      <a:pt x="2905" y="130"/>
                      <a:pt x="2905" y="139"/>
                    </a:cubicBezTo>
                    <a:lnTo>
                      <a:pt x="2905" y="2412"/>
                    </a:lnTo>
                    <a:cubicBezTo>
                      <a:pt x="2905" y="2421"/>
                      <a:pt x="2886" y="2431"/>
                      <a:pt x="2877" y="2431"/>
                    </a:cubicBezTo>
                    <a:lnTo>
                      <a:pt x="140" y="2431"/>
                    </a:lnTo>
                    <a:cubicBezTo>
                      <a:pt x="131" y="2431"/>
                      <a:pt x="122" y="2421"/>
                      <a:pt x="122" y="2412"/>
                    </a:cubicBezTo>
                    <a:lnTo>
                      <a:pt x="122" y="139"/>
                    </a:lnTo>
                    <a:cubicBezTo>
                      <a:pt x="122" y="130"/>
                      <a:pt x="131" y="121"/>
                      <a:pt x="140" y="121"/>
                    </a:cubicBezTo>
                    <a:close/>
                    <a:moveTo>
                      <a:pt x="140" y="0"/>
                    </a:moveTo>
                    <a:cubicBezTo>
                      <a:pt x="66" y="0"/>
                      <a:pt x="1" y="65"/>
                      <a:pt x="1" y="139"/>
                    </a:cubicBezTo>
                    <a:lnTo>
                      <a:pt x="1" y="2412"/>
                    </a:lnTo>
                    <a:cubicBezTo>
                      <a:pt x="1" y="2486"/>
                      <a:pt x="66" y="2542"/>
                      <a:pt x="140" y="2542"/>
                    </a:cubicBezTo>
                    <a:lnTo>
                      <a:pt x="2877" y="2542"/>
                    </a:lnTo>
                    <a:cubicBezTo>
                      <a:pt x="2951" y="2542"/>
                      <a:pt x="3016" y="2486"/>
                      <a:pt x="3016" y="2412"/>
                    </a:cubicBezTo>
                    <a:lnTo>
                      <a:pt x="3016" y="139"/>
                    </a:lnTo>
                    <a:cubicBezTo>
                      <a:pt x="3016" y="65"/>
                      <a:pt x="2951" y="0"/>
                      <a:pt x="287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69" name="Google Shape;469;p19"/>
              <p:cNvSpPr/>
              <p:nvPr/>
            </p:nvSpPr>
            <p:spPr>
              <a:xfrm>
                <a:off x="7532361" y="4141737"/>
                <a:ext cx="42132" cy="80601"/>
              </a:xfrm>
              <a:custGeom>
                <a:avLst/>
                <a:gdLst/>
                <a:ahLst/>
                <a:cxnLst/>
                <a:rect l="l" t="t" r="r" b="b"/>
                <a:pathLst>
                  <a:path w="529" h="1012" extrusionOk="0">
                    <a:moveTo>
                      <a:pt x="269" y="0"/>
                    </a:moveTo>
                    <a:cubicBezTo>
                      <a:pt x="121" y="0"/>
                      <a:pt x="0" y="121"/>
                      <a:pt x="0" y="269"/>
                    </a:cubicBezTo>
                    <a:cubicBezTo>
                      <a:pt x="0" y="371"/>
                      <a:pt x="56" y="464"/>
                      <a:pt x="148" y="510"/>
                    </a:cubicBezTo>
                    <a:lnTo>
                      <a:pt x="37" y="900"/>
                    </a:lnTo>
                    <a:cubicBezTo>
                      <a:pt x="28" y="956"/>
                      <a:pt x="65" y="1011"/>
                      <a:pt x="121" y="1011"/>
                    </a:cubicBezTo>
                    <a:lnTo>
                      <a:pt x="427" y="1011"/>
                    </a:lnTo>
                    <a:cubicBezTo>
                      <a:pt x="482" y="1011"/>
                      <a:pt x="520" y="956"/>
                      <a:pt x="510" y="900"/>
                    </a:cubicBezTo>
                    <a:lnTo>
                      <a:pt x="390" y="501"/>
                    </a:lnTo>
                    <a:cubicBezTo>
                      <a:pt x="473" y="455"/>
                      <a:pt x="529" y="371"/>
                      <a:pt x="529" y="269"/>
                    </a:cubicBezTo>
                    <a:cubicBezTo>
                      <a:pt x="529" y="121"/>
                      <a:pt x="417" y="0"/>
                      <a:pt x="26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70" name="Google Shape;470;p19"/>
              <p:cNvSpPr/>
              <p:nvPr/>
            </p:nvSpPr>
            <p:spPr>
              <a:xfrm>
                <a:off x="7527901" y="4137277"/>
                <a:ext cx="51769" cy="89521"/>
              </a:xfrm>
              <a:custGeom>
                <a:avLst/>
                <a:gdLst/>
                <a:ahLst/>
                <a:cxnLst/>
                <a:rect l="l" t="t" r="r" b="b"/>
                <a:pathLst>
                  <a:path w="650" h="1124" extrusionOk="0">
                    <a:moveTo>
                      <a:pt x="325" y="121"/>
                    </a:moveTo>
                    <a:cubicBezTo>
                      <a:pt x="436" y="121"/>
                      <a:pt x="529" y="214"/>
                      <a:pt x="529" y="325"/>
                    </a:cubicBezTo>
                    <a:cubicBezTo>
                      <a:pt x="529" y="399"/>
                      <a:pt x="492" y="474"/>
                      <a:pt x="418" y="511"/>
                    </a:cubicBezTo>
                    <a:cubicBezTo>
                      <a:pt x="399" y="520"/>
                      <a:pt x="390" y="548"/>
                      <a:pt x="390" y="576"/>
                    </a:cubicBezTo>
                    <a:lnTo>
                      <a:pt x="511" y="975"/>
                    </a:lnTo>
                    <a:cubicBezTo>
                      <a:pt x="511" y="984"/>
                      <a:pt x="501" y="993"/>
                      <a:pt x="501" y="993"/>
                    </a:cubicBezTo>
                    <a:cubicBezTo>
                      <a:pt x="501" y="1002"/>
                      <a:pt x="492" y="1002"/>
                      <a:pt x="483" y="1002"/>
                    </a:cubicBezTo>
                    <a:lnTo>
                      <a:pt x="177" y="1002"/>
                    </a:lnTo>
                    <a:cubicBezTo>
                      <a:pt x="158" y="1002"/>
                      <a:pt x="158" y="1002"/>
                      <a:pt x="158" y="993"/>
                    </a:cubicBezTo>
                    <a:cubicBezTo>
                      <a:pt x="149" y="993"/>
                      <a:pt x="149" y="984"/>
                      <a:pt x="149" y="975"/>
                    </a:cubicBezTo>
                    <a:lnTo>
                      <a:pt x="260" y="576"/>
                    </a:lnTo>
                    <a:cubicBezTo>
                      <a:pt x="269" y="548"/>
                      <a:pt x="260" y="520"/>
                      <a:pt x="232" y="511"/>
                    </a:cubicBezTo>
                    <a:cubicBezTo>
                      <a:pt x="158" y="474"/>
                      <a:pt x="112" y="409"/>
                      <a:pt x="112" y="325"/>
                    </a:cubicBezTo>
                    <a:cubicBezTo>
                      <a:pt x="112" y="214"/>
                      <a:pt x="204" y="121"/>
                      <a:pt x="325" y="121"/>
                    </a:cubicBezTo>
                    <a:close/>
                    <a:moveTo>
                      <a:pt x="325" y="1"/>
                    </a:moveTo>
                    <a:cubicBezTo>
                      <a:pt x="140" y="1"/>
                      <a:pt x="0" y="149"/>
                      <a:pt x="0" y="325"/>
                    </a:cubicBezTo>
                    <a:cubicBezTo>
                      <a:pt x="0" y="427"/>
                      <a:pt x="47" y="529"/>
                      <a:pt x="140" y="594"/>
                    </a:cubicBezTo>
                    <a:lnTo>
                      <a:pt x="37" y="947"/>
                    </a:lnTo>
                    <a:cubicBezTo>
                      <a:pt x="28" y="984"/>
                      <a:pt x="28" y="1030"/>
                      <a:pt x="56" y="1067"/>
                    </a:cubicBezTo>
                    <a:cubicBezTo>
                      <a:pt x="84" y="1105"/>
                      <a:pt x="130" y="1123"/>
                      <a:pt x="167" y="1123"/>
                    </a:cubicBezTo>
                    <a:lnTo>
                      <a:pt x="483" y="1123"/>
                    </a:lnTo>
                    <a:cubicBezTo>
                      <a:pt x="529" y="1123"/>
                      <a:pt x="566" y="1105"/>
                      <a:pt x="594" y="1067"/>
                    </a:cubicBezTo>
                    <a:cubicBezTo>
                      <a:pt x="622" y="1030"/>
                      <a:pt x="631" y="984"/>
                      <a:pt x="613" y="947"/>
                    </a:cubicBezTo>
                    <a:lnTo>
                      <a:pt x="520" y="585"/>
                    </a:lnTo>
                    <a:cubicBezTo>
                      <a:pt x="594" y="520"/>
                      <a:pt x="650" y="427"/>
                      <a:pt x="650" y="325"/>
                    </a:cubicBezTo>
                    <a:cubicBezTo>
                      <a:pt x="650" y="140"/>
                      <a:pt x="501" y="1"/>
                      <a:pt x="32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471" name="Google Shape;471;p19"/>
            <p:cNvGrpSpPr/>
            <p:nvPr/>
          </p:nvGrpSpPr>
          <p:grpSpPr>
            <a:xfrm flipH="1">
              <a:off x="3725955" y="3512636"/>
              <a:ext cx="1329443" cy="916475"/>
              <a:chOff x="713230" y="2963286"/>
              <a:chExt cx="1329443" cy="916475"/>
            </a:xfrm>
          </p:grpSpPr>
          <p:sp>
            <p:nvSpPr>
              <p:cNvPr id="472" name="Google Shape;472;p19"/>
              <p:cNvSpPr/>
              <p:nvPr/>
            </p:nvSpPr>
            <p:spPr>
              <a:xfrm>
                <a:off x="803044" y="2963286"/>
                <a:ext cx="9516" cy="59929"/>
              </a:xfrm>
              <a:custGeom>
                <a:avLst/>
                <a:gdLst/>
                <a:ahLst/>
                <a:cxnLst/>
                <a:rect l="l" t="t" r="r" b="b"/>
                <a:pathLst>
                  <a:path w="121" h="762" extrusionOk="0">
                    <a:moveTo>
                      <a:pt x="56" y="1"/>
                    </a:moveTo>
                    <a:cubicBezTo>
                      <a:pt x="28" y="1"/>
                      <a:pt x="0" y="28"/>
                      <a:pt x="0" y="56"/>
                    </a:cubicBezTo>
                    <a:lnTo>
                      <a:pt x="0" y="696"/>
                    </a:lnTo>
                    <a:cubicBezTo>
                      <a:pt x="0" y="734"/>
                      <a:pt x="28" y="761"/>
                      <a:pt x="56" y="761"/>
                    </a:cubicBezTo>
                    <a:cubicBezTo>
                      <a:pt x="93" y="761"/>
                      <a:pt x="121" y="734"/>
                      <a:pt x="121" y="696"/>
                    </a:cubicBezTo>
                    <a:lnTo>
                      <a:pt x="121" y="56"/>
                    </a:lnTo>
                    <a:cubicBezTo>
                      <a:pt x="121" y="28"/>
                      <a:pt x="93" y="1"/>
                      <a:pt x="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73" name="Google Shape;473;p19"/>
              <p:cNvSpPr/>
              <p:nvPr/>
            </p:nvSpPr>
            <p:spPr>
              <a:xfrm>
                <a:off x="803044" y="3093131"/>
                <a:ext cx="9516" cy="59222"/>
              </a:xfrm>
              <a:custGeom>
                <a:avLst/>
                <a:gdLst/>
                <a:ahLst/>
                <a:cxnLst/>
                <a:rect l="l" t="t" r="r" b="b"/>
                <a:pathLst>
                  <a:path w="121" h="753" extrusionOk="0">
                    <a:moveTo>
                      <a:pt x="56" y="1"/>
                    </a:moveTo>
                    <a:cubicBezTo>
                      <a:pt x="28" y="1"/>
                      <a:pt x="0" y="19"/>
                      <a:pt x="0" y="57"/>
                    </a:cubicBezTo>
                    <a:lnTo>
                      <a:pt x="0" y="697"/>
                    </a:lnTo>
                    <a:cubicBezTo>
                      <a:pt x="0" y="724"/>
                      <a:pt x="28" y="752"/>
                      <a:pt x="56" y="752"/>
                    </a:cubicBezTo>
                    <a:cubicBezTo>
                      <a:pt x="93" y="752"/>
                      <a:pt x="121" y="724"/>
                      <a:pt x="121" y="697"/>
                    </a:cubicBezTo>
                    <a:lnTo>
                      <a:pt x="121" y="57"/>
                    </a:lnTo>
                    <a:cubicBezTo>
                      <a:pt x="121" y="19"/>
                      <a:pt x="93" y="1"/>
                      <a:pt x="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74" name="Google Shape;474;p19"/>
              <p:cNvSpPr/>
              <p:nvPr/>
            </p:nvSpPr>
            <p:spPr>
              <a:xfrm>
                <a:off x="842367" y="3053021"/>
                <a:ext cx="59929" cy="9595"/>
              </a:xfrm>
              <a:custGeom>
                <a:avLst/>
                <a:gdLst/>
                <a:ahLst/>
                <a:cxnLst/>
                <a:rect l="l" t="t" r="r" b="b"/>
                <a:pathLst>
                  <a:path w="762" h="122" extrusionOk="0">
                    <a:moveTo>
                      <a:pt x="66" y="1"/>
                    </a:moveTo>
                    <a:cubicBezTo>
                      <a:pt x="29" y="1"/>
                      <a:pt x="1" y="29"/>
                      <a:pt x="1" y="66"/>
                    </a:cubicBezTo>
                    <a:cubicBezTo>
                      <a:pt x="1" y="93"/>
                      <a:pt x="29" y="121"/>
                      <a:pt x="66" y="121"/>
                    </a:cubicBezTo>
                    <a:lnTo>
                      <a:pt x="706" y="121"/>
                    </a:lnTo>
                    <a:cubicBezTo>
                      <a:pt x="734" y="121"/>
                      <a:pt x="762" y="93"/>
                      <a:pt x="762" y="66"/>
                    </a:cubicBezTo>
                    <a:cubicBezTo>
                      <a:pt x="762" y="29"/>
                      <a:pt x="734" y="1"/>
                      <a:pt x="7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75" name="Google Shape;475;p19"/>
              <p:cNvSpPr/>
              <p:nvPr/>
            </p:nvSpPr>
            <p:spPr>
              <a:xfrm>
                <a:off x="713230" y="3053021"/>
                <a:ext cx="59222" cy="9595"/>
              </a:xfrm>
              <a:custGeom>
                <a:avLst/>
                <a:gdLst/>
                <a:ahLst/>
                <a:cxnLst/>
                <a:rect l="l" t="t" r="r" b="b"/>
                <a:pathLst>
                  <a:path w="753" h="122" extrusionOk="0">
                    <a:moveTo>
                      <a:pt x="57" y="1"/>
                    </a:moveTo>
                    <a:cubicBezTo>
                      <a:pt x="29" y="1"/>
                      <a:pt x="1" y="29"/>
                      <a:pt x="1" y="66"/>
                    </a:cubicBezTo>
                    <a:cubicBezTo>
                      <a:pt x="1" y="93"/>
                      <a:pt x="29" y="121"/>
                      <a:pt x="57" y="121"/>
                    </a:cubicBezTo>
                    <a:lnTo>
                      <a:pt x="697" y="121"/>
                    </a:lnTo>
                    <a:cubicBezTo>
                      <a:pt x="734" y="121"/>
                      <a:pt x="752" y="93"/>
                      <a:pt x="752" y="66"/>
                    </a:cubicBezTo>
                    <a:cubicBezTo>
                      <a:pt x="752" y="29"/>
                      <a:pt x="734" y="1"/>
                      <a:pt x="69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76" name="Google Shape;476;p19"/>
              <p:cNvSpPr/>
              <p:nvPr/>
            </p:nvSpPr>
            <p:spPr>
              <a:xfrm>
                <a:off x="743902" y="3085896"/>
                <a:ext cx="35863" cy="35785"/>
              </a:xfrm>
              <a:custGeom>
                <a:avLst/>
                <a:gdLst/>
                <a:ahLst/>
                <a:cxnLst/>
                <a:rect l="l" t="t" r="r" b="b"/>
                <a:pathLst>
                  <a:path w="456" h="455" extrusionOk="0">
                    <a:moveTo>
                      <a:pt x="1" y="455"/>
                    </a:moveTo>
                    <a:lnTo>
                      <a:pt x="455" y="0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77" name="Google Shape;477;p19"/>
              <p:cNvSpPr/>
              <p:nvPr/>
            </p:nvSpPr>
            <p:spPr>
              <a:xfrm>
                <a:off x="738790" y="3081098"/>
                <a:ext cx="46087" cy="44986"/>
              </a:xfrm>
              <a:custGeom>
                <a:avLst/>
                <a:gdLst/>
                <a:ahLst/>
                <a:cxnLst/>
                <a:rect l="l" t="t" r="r" b="b"/>
                <a:pathLst>
                  <a:path w="586" h="572" extrusionOk="0">
                    <a:moveTo>
                      <a:pt x="521" y="1"/>
                    </a:moveTo>
                    <a:cubicBezTo>
                      <a:pt x="506" y="1"/>
                      <a:pt x="492" y="5"/>
                      <a:pt x="483" y="15"/>
                    </a:cubicBezTo>
                    <a:lnTo>
                      <a:pt x="28" y="469"/>
                    </a:lnTo>
                    <a:cubicBezTo>
                      <a:pt x="1" y="497"/>
                      <a:pt x="1" y="534"/>
                      <a:pt x="28" y="553"/>
                    </a:cubicBezTo>
                    <a:cubicBezTo>
                      <a:pt x="38" y="562"/>
                      <a:pt x="47" y="571"/>
                      <a:pt x="66" y="571"/>
                    </a:cubicBezTo>
                    <a:cubicBezTo>
                      <a:pt x="84" y="571"/>
                      <a:pt x="93" y="562"/>
                      <a:pt x="112" y="553"/>
                    </a:cubicBezTo>
                    <a:lnTo>
                      <a:pt x="567" y="98"/>
                    </a:lnTo>
                    <a:cubicBezTo>
                      <a:pt x="585" y="80"/>
                      <a:pt x="585" y="43"/>
                      <a:pt x="567" y="15"/>
                    </a:cubicBezTo>
                    <a:cubicBezTo>
                      <a:pt x="553" y="5"/>
                      <a:pt x="536" y="1"/>
                      <a:pt x="52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78" name="Google Shape;478;p19"/>
              <p:cNvSpPr/>
              <p:nvPr/>
            </p:nvSpPr>
            <p:spPr>
              <a:xfrm>
                <a:off x="835840" y="2993958"/>
                <a:ext cx="35785" cy="35785"/>
              </a:xfrm>
              <a:custGeom>
                <a:avLst/>
                <a:gdLst/>
                <a:ahLst/>
                <a:cxnLst/>
                <a:rect l="l" t="t" r="r" b="b"/>
                <a:pathLst>
                  <a:path w="455" h="455" extrusionOk="0">
                    <a:moveTo>
                      <a:pt x="0" y="455"/>
                    </a:moveTo>
                    <a:lnTo>
                      <a:pt x="455" y="0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79" name="Google Shape;479;p19"/>
              <p:cNvSpPr/>
              <p:nvPr/>
            </p:nvSpPr>
            <p:spPr>
              <a:xfrm>
                <a:off x="830728" y="2989396"/>
                <a:ext cx="46009" cy="45458"/>
              </a:xfrm>
              <a:custGeom>
                <a:avLst/>
                <a:gdLst/>
                <a:ahLst/>
                <a:cxnLst/>
                <a:rect l="l" t="t" r="r" b="b"/>
                <a:pathLst>
                  <a:path w="585" h="578" extrusionOk="0">
                    <a:moveTo>
                      <a:pt x="519" y="0"/>
                    </a:moveTo>
                    <a:cubicBezTo>
                      <a:pt x="504" y="0"/>
                      <a:pt x="488" y="7"/>
                      <a:pt x="474" y="21"/>
                    </a:cubicBezTo>
                    <a:lnTo>
                      <a:pt x="19" y="476"/>
                    </a:lnTo>
                    <a:cubicBezTo>
                      <a:pt x="1" y="494"/>
                      <a:pt x="1" y="531"/>
                      <a:pt x="19" y="559"/>
                    </a:cubicBezTo>
                    <a:cubicBezTo>
                      <a:pt x="28" y="568"/>
                      <a:pt x="47" y="578"/>
                      <a:pt x="65" y="578"/>
                    </a:cubicBezTo>
                    <a:cubicBezTo>
                      <a:pt x="75" y="578"/>
                      <a:pt x="93" y="568"/>
                      <a:pt x="103" y="559"/>
                    </a:cubicBezTo>
                    <a:lnTo>
                      <a:pt x="557" y="105"/>
                    </a:lnTo>
                    <a:cubicBezTo>
                      <a:pt x="585" y="77"/>
                      <a:pt x="585" y="40"/>
                      <a:pt x="557" y="21"/>
                    </a:cubicBezTo>
                    <a:cubicBezTo>
                      <a:pt x="548" y="7"/>
                      <a:pt x="534" y="0"/>
                      <a:pt x="51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80" name="Google Shape;480;p19"/>
              <p:cNvSpPr/>
              <p:nvPr/>
            </p:nvSpPr>
            <p:spPr>
              <a:xfrm>
                <a:off x="743902" y="2993958"/>
                <a:ext cx="35863" cy="35785"/>
              </a:xfrm>
              <a:custGeom>
                <a:avLst/>
                <a:gdLst/>
                <a:ahLst/>
                <a:cxnLst/>
                <a:rect l="l" t="t" r="r" b="b"/>
                <a:pathLst>
                  <a:path w="456" h="455" extrusionOk="0">
                    <a:moveTo>
                      <a:pt x="1" y="0"/>
                    </a:moveTo>
                    <a:lnTo>
                      <a:pt x="455" y="455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81" name="Google Shape;481;p19"/>
              <p:cNvSpPr/>
              <p:nvPr/>
            </p:nvSpPr>
            <p:spPr>
              <a:xfrm>
                <a:off x="738790" y="2989396"/>
                <a:ext cx="46087" cy="45458"/>
              </a:xfrm>
              <a:custGeom>
                <a:avLst/>
                <a:gdLst/>
                <a:ahLst/>
                <a:cxnLst/>
                <a:rect l="l" t="t" r="r" b="b"/>
                <a:pathLst>
                  <a:path w="586" h="578" extrusionOk="0">
                    <a:moveTo>
                      <a:pt x="67" y="0"/>
                    </a:moveTo>
                    <a:cubicBezTo>
                      <a:pt x="52" y="0"/>
                      <a:pt x="38" y="7"/>
                      <a:pt x="28" y="21"/>
                    </a:cubicBezTo>
                    <a:cubicBezTo>
                      <a:pt x="1" y="40"/>
                      <a:pt x="1" y="77"/>
                      <a:pt x="28" y="105"/>
                    </a:cubicBezTo>
                    <a:lnTo>
                      <a:pt x="483" y="559"/>
                    </a:lnTo>
                    <a:cubicBezTo>
                      <a:pt x="492" y="568"/>
                      <a:pt x="502" y="578"/>
                      <a:pt x="520" y="578"/>
                    </a:cubicBezTo>
                    <a:cubicBezTo>
                      <a:pt x="539" y="578"/>
                      <a:pt x="548" y="568"/>
                      <a:pt x="567" y="559"/>
                    </a:cubicBezTo>
                    <a:cubicBezTo>
                      <a:pt x="585" y="531"/>
                      <a:pt x="585" y="494"/>
                      <a:pt x="567" y="476"/>
                    </a:cubicBezTo>
                    <a:lnTo>
                      <a:pt x="112" y="21"/>
                    </a:lnTo>
                    <a:cubicBezTo>
                      <a:pt x="98" y="7"/>
                      <a:pt x="82" y="0"/>
                      <a:pt x="6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82" name="Google Shape;482;p19"/>
              <p:cNvSpPr/>
              <p:nvPr/>
            </p:nvSpPr>
            <p:spPr>
              <a:xfrm>
                <a:off x="835840" y="3085896"/>
                <a:ext cx="35785" cy="35785"/>
              </a:xfrm>
              <a:custGeom>
                <a:avLst/>
                <a:gdLst/>
                <a:ahLst/>
                <a:cxnLst/>
                <a:rect l="l" t="t" r="r" b="b"/>
                <a:pathLst>
                  <a:path w="455" h="455" extrusionOk="0">
                    <a:moveTo>
                      <a:pt x="0" y="0"/>
                    </a:moveTo>
                    <a:lnTo>
                      <a:pt x="455" y="455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83" name="Google Shape;483;p19"/>
              <p:cNvSpPr/>
              <p:nvPr/>
            </p:nvSpPr>
            <p:spPr>
              <a:xfrm>
                <a:off x="830728" y="3081098"/>
                <a:ext cx="46009" cy="44986"/>
              </a:xfrm>
              <a:custGeom>
                <a:avLst/>
                <a:gdLst/>
                <a:ahLst/>
                <a:cxnLst/>
                <a:rect l="l" t="t" r="r" b="b"/>
                <a:pathLst>
                  <a:path w="585" h="572" extrusionOk="0">
                    <a:moveTo>
                      <a:pt x="64" y="1"/>
                    </a:moveTo>
                    <a:cubicBezTo>
                      <a:pt x="49" y="1"/>
                      <a:pt x="33" y="5"/>
                      <a:pt x="19" y="15"/>
                    </a:cubicBezTo>
                    <a:cubicBezTo>
                      <a:pt x="1" y="43"/>
                      <a:pt x="1" y="80"/>
                      <a:pt x="19" y="98"/>
                    </a:cubicBezTo>
                    <a:lnTo>
                      <a:pt x="474" y="553"/>
                    </a:lnTo>
                    <a:cubicBezTo>
                      <a:pt x="483" y="562"/>
                      <a:pt x="501" y="571"/>
                      <a:pt x="520" y="571"/>
                    </a:cubicBezTo>
                    <a:cubicBezTo>
                      <a:pt x="529" y="571"/>
                      <a:pt x="548" y="562"/>
                      <a:pt x="557" y="553"/>
                    </a:cubicBezTo>
                    <a:cubicBezTo>
                      <a:pt x="585" y="534"/>
                      <a:pt x="585" y="497"/>
                      <a:pt x="557" y="469"/>
                    </a:cubicBezTo>
                    <a:lnTo>
                      <a:pt x="103" y="15"/>
                    </a:lnTo>
                    <a:cubicBezTo>
                      <a:pt x="93" y="5"/>
                      <a:pt x="79" y="1"/>
                      <a:pt x="6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84" name="Google Shape;484;p19"/>
              <p:cNvSpPr/>
              <p:nvPr/>
            </p:nvSpPr>
            <p:spPr>
              <a:xfrm>
                <a:off x="1099227" y="3149281"/>
                <a:ext cx="70861" cy="71569"/>
              </a:xfrm>
              <a:custGeom>
                <a:avLst/>
                <a:gdLst/>
                <a:ahLst/>
                <a:cxnLst/>
                <a:rect l="l" t="t" r="r" b="b"/>
                <a:pathLst>
                  <a:path w="901" h="910" extrusionOk="0">
                    <a:moveTo>
                      <a:pt x="446" y="121"/>
                    </a:moveTo>
                    <a:cubicBezTo>
                      <a:pt x="631" y="121"/>
                      <a:pt x="789" y="270"/>
                      <a:pt x="789" y="455"/>
                    </a:cubicBezTo>
                    <a:cubicBezTo>
                      <a:pt x="789" y="641"/>
                      <a:pt x="631" y="789"/>
                      <a:pt x="446" y="789"/>
                    </a:cubicBezTo>
                    <a:cubicBezTo>
                      <a:pt x="269" y="789"/>
                      <a:pt x="112" y="641"/>
                      <a:pt x="112" y="455"/>
                    </a:cubicBezTo>
                    <a:cubicBezTo>
                      <a:pt x="112" y="270"/>
                      <a:pt x="269" y="121"/>
                      <a:pt x="446" y="121"/>
                    </a:cubicBezTo>
                    <a:close/>
                    <a:moveTo>
                      <a:pt x="446" y="1"/>
                    </a:moveTo>
                    <a:cubicBezTo>
                      <a:pt x="204" y="1"/>
                      <a:pt x="0" y="205"/>
                      <a:pt x="0" y="455"/>
                    </a:cubicBezTo>
                    <a:cubicBezTo>
                      <a:pt x="0" y="706"/>
                      <a:pt x="204" y="910"/>
                      <a:pt x="446" y="910"/>
                    </a:cubicBezTo>
                    <a:cubicBezTo>
                      <a:pt x="696" y="910"/>
                      <a:pt x="900" y="706"/>
                      <a:pt x="900" y="455"/>
                    </a:cubicBezTo>
                    <a:cubicBezTo>
                      <a:pt x="900" y="205"/>
                      <a:pt x="696" y="1"/>
                      <a:pt x="44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85" name="Google Shape;485;p19"/>
              <p:cNvSpPr/>
              <p:nvPr/>
            </p:nvSpPr>
            <p:spPr>
              <a:xfrm>
                <a:off x="822706" y="3648376"/>
                <a:ext cx="300669" cy="38773"/>
              </a:xfrm>
              <a:custGeom>
                <a:avLst/>
                <a:gdLst/>
                <a:ahLst/>
                <a:cxnLst/>
                <a:rect l="l" t="t" r="r" b="b"/>
                <a:pathLst>
                  <a:path w="3823" h="493" extrusionOk="0">
                    <a:moveTo>
                      <a:pt x="0" y="0"/>
                    </a:moveTo>
                    <a:lnTo>
                      <a:pt x="0" y="492"/>
                    </a:lnTo>
                    <a:lnTo>
                      <a:pt x="3822" y="492"/>
                    </a:lnTo>
                    <a:lnTo>
                      <a:pt x="382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86" name="Google Shape;486;p19"/>
              <p:cNvSpPr/>
              <p:nvPr/>
            </p:nvSpPr>
            <p:spPr>
              <a:xfrm>
                <a:off x="818302" y="3643972"/>
                <a:ext cx="309478" cy="47503"/>
              </a:xfrm>
              <a:custGeom>
                <a:avLst/>
                <a:gdLst/>
                <a:ahLst/>
                <a:cxnLst/>
                <a:rect l="l" t="t" r="r" b="b"/>
                <a:pathLst>
                  <a:path w="3935" h="604" extrusionOk="0">
                    <a:moveTo>
                      <a:pt x="3823" y="121"/>
                    </a:moveTo>
                    <a:lnTo>
                      <a:pt x="3823" y="492"/>
                    </a:lnTo>
                    <a:lnTo>
                      <a:pt x="112" y="492"/>
                    </a:lnTo>
                    <a:lnTo>
                      <a:pt x="112" y="121"/>
                    </a:lnTo>
                    <a:close/>
                    <a:moveTo>
                      <a:pt x="56" y="1"/>
                    </a:moveTo>
                    <a:cubicBezTo>
                      <a:pt x="38" y="1"/>
                      <a:pt x="29" y="10"/>
                      <a:pt x="10" y="19"/>
                    </a:cubicBezTo>
                    <a:cubicBezTo>
                      <a:pt x="1" y="29"/>
                      <a:pt x="1" y="47"/>
                      <a:pt x="1" y="56"/>
                    </a:cubicBezTo>
                    <a:lnTo>
                      <a:pt x="1" y="548"/>
                    </a:lnTo>
                    <a:cubicBezTo>
                      <a:pt x="1" y="585"/>
                      <a:pt x="19" y="604"/>
                      <a:pt x="56" y="604"/>
                    </a:cubicBezTo>
                    <a:lnTo>
                      <a:pt x="3878" y="604"/>
                    </a:lnTo>
                    <a:cubicBezTo>
                      <a:pt x="3906" y="604"/>
                      <a:pt x="3934" y="585"/>
                      <a:pt x="3934" y="548"/>
                    </a:cubicBezTo>
                    <a:lnTo>
                      <a:pt x="3934" y="56"/>
                    </a:lnTo>
                    <a:cubicBezTo>
                      <a:pt x="3934" y="47"/>
                      <a:pt x="3925" y="29"/>
                      <a:pt x="3916" y="19"/>
                    </a:cubicBezTo>
                    <a:cubicBezTo>
                      <a:pt x="3906" y="10"/>
                      <a:pt x="3888" y="1"/>
                      <a:pt x="387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87" name="Google Shape;487;p19"/>
              <p:cNvSpPr/>
              <p:nvPr/>
            </p:nvSpPr>
            <p:spPr>
              <a:xfrm>
                <a:off x="950349" y="3576887"/>
                <a:ext cx="173025" cy="24853"/>
              </a:xfrm>
              <a:custGeom>
                <a:avLst/>
                <a:gdLst/>
                <a:ahLst/>
                <a:cxnLst/>
                <a:rect l="l" t="t" r="r" b="b"/>
                <a:pathLst>
                  <a:path w="2200" h="316" extrusionOk="0">
                    <a:moveTo>
                      <a:pt x="1" y="0"/>
                    </a:moveTo>
                    <a:lnTo>
                      <a:pt x="1" y="316"/>
                    </a:lnTo>
                    <a:lnTo>
                      <a:pt x="2199" y="316"/>
                    </a:lnTo>
                    <a:lnTo>
                      <a:pt x="219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88" name="Google Shape;488;p19"/>
              <p:cNvSpPr/>
              <p:nvPr/>
            </p:nvSpPr>
            <p:spPr>
              <a:xfrm>
                <a:off x="946024" y="3572482"/>
                <a:ext cx="181754" cy="33661"/>
              </a:xfrm>
              <a:custGeom>
                <a:avLst/>
                <a:gdLst/>
                <a:ahLst/>
                <a:cxnLst/>
                <a:rect l="l" t="t" r="r" b="b"/>
                <a:pathLst>
                  <a:path w="2311" h="428" extrusionOk="0">
                    <a:moveTo>
                      <a:pt x="2199" y="112"/>
                    </a:moveTo>
                    <a:lnTo>
                      <a:pt x="2199" y="316"/>
                    </a:lnTo>
                    <a:lnTo>
                      <a:pt x="121" y="316"/>
                    </a:lnTo>
                    <a:lnTo>
                      <a:pt x="121" y="112"/>
                    </a:lnTo>
                    <a:close/>
                    <a:moveTo>
                      <a:pt x="56" y="1"/>
                    </a:moveTo>
                    <a:cubicBezTo>
                      <a:pt x="28" y="1"/>
                      <a:pt x="0" y="19"/>
                      <a:pt x="0" y="56"/>
                    </a:cubicBezTo>
                    <a:lnTo>
                      <a:pt x="0" y="372"/>
                    </a:lnTo>
                    <a:cubicBezTo>
                      <a:pt x="0" y="390"/>
                      <a:pt x="10" y="400"/>
                      <a:pt x="19" y="418"/>
                    </a:cubicBezTo>
                    <a:cubicBezTo>
                      <a:pt x="28" y="427"/>
                      <a:pt x="47" y="427"/>
                      <a:pt x="56" y="427"/>
                    </a:cubicBezTo>
                    <a:lnTo>
                      <a:pt x="2254" y="427"/>
                    </a:lnTo>
                    <a:cubicBezTo>
                      <a:pt x="2282" y="427"/>
                      <a:pt x="2310" y="409"/>
                      <a:pt x="2310" y="372"/>
                    </a:cubicBezTo>
                    <a:lnTo>
                      <a:pt x="2310" y="56"/>
                    </a:lnTo>
                    <a:cubicBezTo>
                      <a:pt x="2310" y="38"/>
                      <a:pt x="2301" y="28"/>
                      <a:pt x="2292" y="10"/>
                    </a:cubicBezTo>
                    <a:cubicBezTo>
                      <a:pt x="2282" y="1"/>
                      <a:pt x="2264" y="1"/>
                      <a:pt x="225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89" name="Google Shape;489;p19"/>
              <p:cNvSpPr/>
              <p:nvPr/>
            </p:nvSpPr>
            <p:spPr>
              <a:xfrm>
                <a:off x="950349" y="3505397"/>
                <a:ext cx="173025" cy="24853"/>
              </a:xfrm>
              <a:custGeom>
                <a:avLst/>
                <a:gdLst/>
                <a:ahLst/>
                <a:cxnLst/>
                <a:rect l="l" t="t" r="r" b="b"/>
                <a:pathLst>
                  <a:path w="2200" h="316" extrusionOk="0">
                    <a:moveTo>
                      <a:pt x="1" y="0"/>
                    </a:moveTo>
                    <a:lnTo>
                      <a:pt x="1" y="316"/>
                    </a:lnTo>
                    <a:lnTo>
                      <a:pt x="2199" y="316"/>
                    </a:lnTo>
                    <a:lnTo>
                      <a:pt x="219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90" name="Google Shape;490;p19"/>
              <p:cNvSpPr/>
              <p:nvPr/>
            </p:nvSpPr>
            <p:spPr>
              <a:xfrm>
                <a:off x="946024" y="3500285"/>
                <a:ext cx="181754" cy="34369"/>
              </a:xfrm>
              <a:custGeom>
                <a:avLst/>
                <a:gdLst/>
                <a:ahLst/>
                <a:cxnLst/>
                <a:rect l="l" t="t" r="r" b="b"/>
                <a:pathLst>
                  <a:path w="2311" h="437" extrusionOk="0">
                    <a:moveTo>
                      <a:pt x="2199" y="121"/>
                    </a:moveTo>
                    <a:lnTo>
                      <a:pt x="2199" y="316"/>
                    </a:lnTo>
                    <a:lnTo>
                      <a:pt x="121" y="316"/>
                    </a:lnTo>
                    <a:lnTo>
                      <a:pt x="121" y="121"/>
                    </a:lnTo>
                    <a:close/>
                    <a:moveTo>
                      <a:pt x="56" y="0"/>
                    </a:moveTo>
                    <a:cubicBezTo>
                      <a:pt x="47" y="0"/>
                      <a:pt x="28" y="10"/>
                      <a:pt x="19" y="19"/>
                    </a:cubicBezTo>
                    <a:cubicBezTo>
                      <a:pt x="10" y="28"/>
                      <a:pt x="0" y="47"/>
                      <a:pt x="0" y="65"/>
                    </a:cubicBezTo>
                    <a:lnTo>
                      <a:pt x="0" y="381"/>
                    </a:lnTo>
                    <a:cubicBezTo>
                      <a:pt x="0" y="408"/>
                      <a:pt x="28" y="436"/>
                      <a:pt x="56" y="436"/>
                    </a:cubicBezTo>
                    <a:lnTo>
                      <a:pt x="2254" y="436"/>
                    </a:lnTo>
                    <a:cubicBezTo>
                      <a:pt x="2282" y="436"/>
                      <a:pt x="2310" y="408"/>
                      <a:pt x="2310" y="381"/>
                    </a:cubicBezTo>
                    <a:lnTo>
                      <a:pt x="2310" y="65"/>
                    </a:lnTo>
                    <a:cubicBezTo>
                      <a:pt x="2310" y="47"/>
                      <a:pt x="2301" y="28"/>
                      <a:pt x="2292" y="19"/>
                    </a:cubicBezTo>
                    <a:cubicBezTo>
                      <a:pt x="2282" y="10"/>
                      <a:pt x="2264" y="0"/>
                      <a:pt x="225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91" name="Google Shape;491;p19"/>
              <p:cNvSpPr/>
              <p:nvPr/>
            </p:nvSpPr>
            <p:spPr>
              <a:xfrm>
                <a:off x="1144449" y="3330093"/>
                <a:ext cx="583722" cy="544713"/>
              </a:xfrm>
              <a:custGeom>
                <a:avLst/>
                <a:gdLst/>
                <a:ahLst/>
                <a:cxnLst/>
                <a:rect l="l" t="t" r="r" b="b"/>
                <a:pathLst>
                  <a:path w="7422" h="6926" extrusionOk="0">
                    <a:moveTo>
                      <a:pt x="3714" y="0"/>
                    </a:moveTo>
                    <a:cubicBezTo>
                      <a:pt x="2029" y="0"/>
                      <a:pt x="549" y="1227"/>
                      <a:pt x="288" y="2934"/>
                    </a:cubicBezTo>
                    <a:cubicBezTo>
                      <a:pt x="0" y="4827"/>
                      <a:pt x="1299" y="6599"/>
                      <a:pt x="3182" y="6886"/>
                    </a:cubicBezTo>
                    <a:cubicBezTo>
                      <a:pt x="3359" y="6913"/>
                      <a:pt x="3535" y="6926"/>
                      <a:pt x="3708" y="6926"/>
                    </a:cubicBezTo>
                    <a:cubicBezTo>
                      <a:pt x="5393" y="6926"/>
                      <a:pt x="6874" y="5699"/>
                      <a:pt x="7134" y="3992"/>
                    </a:cubicBezTo>
                    <a:cubicBezTo>
                      <a:pt x="7422" y="2099"/>
                      <a:pt x="6123" y="327"/>
                      <a:pt x="4240" y="40"/>
                    </a:cubicBezTo>
                    <a:cubicBezTo>
                      <a:pt x="4063" y="13"/>
                      <a:pt x="3887" y="0"/>
                      <a:pt x="371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92" name="Google Shape;492;p19"/>
              <p:cNvSpPr/>
              <p:nvPr/>
            </p:nvSpPr>
            <p:spPr>
              <a:xfrm>
                <a:off x="1151763" y="3325532"/>
                <a:ext cx="569880" cy="554229"/>
              </a:xfrm>
              <a:custGeom>
                <a:avLst/>
                <a:gdLst/>
                <a:ahLst/>
                <a:cxnLst/>
                <a:rect l="l" t="t" r="r" b="b"/>
                <a:pathLst>
                  <a:path w="7246" h="7047" extrusionOk="0">
                    <a:moveTo>
                      <a:pt x="3618" y="116"/>
                    </a:moveTo>
                    <a:cubicBezTo>
                      <a:pt x="3785" y="116"/>
                      <a:pt x="3961" y="126"/>
                      <a:pt x="4138" y="154"/>
                    </a:cubicBezTo>
                    <a:cubicBezTo>
                      <a:pt x="5038" y="293"/>
                      <a:pt x="5826" y="775"/>
                      <a:pt x="6364" y="1508"/>
                    </a:cubicBezTo>
                    <a:cubicBezTo>
                      <a:pt x="6902" y="2241"/>
                      <a:pt x="7125" y="3141"/>
                      <a:pt x="6986" y="4040"/>
                    </a:cubicBezTo>
                    <a:cubicBezTo>
                      <a:pt x="6725" y="5720"/>
                      <a:pt x="5271" y="6929"/>
                      <a:pt x="3621" y="6929"/>
                    </a:cubicBezTo>
                    <a:cubicBezTo>
                      <a:pt x="3449" y="6929"/>
                      <a:pt x="3274" y="6916"/>
                      <a:pt x="3099" y="6888"/>
                    </a:cubicBezTo>
                    <a:cubicBezTo>
                      <a:pt x="2199" y="6749"/>
                      <a:pt x="1410" y="6267"/>
                      <a:pt x="872" y="5534"/>
                    </a:cubicBezTo>
                    <a:cubicBezTo>
                      <a:pt x="334" y="4801"/>
                      <a:pt x="112" y="3901"/>
                      <a:pt x="251" y="3002"/>
                    </a:cubicBezTo>
                    <a:cubicBezTo>
                      <a:pt x="510" y="1322"/>
                      <a:pt x="1967" y="116"/>
                      <a:pt x="3618" y="116"/>
                    </a:cubicBezTo>
                    <a:close/>
                    <a:moveTo>
                      <a:pt x="3618" y="1"/>
                    </a:moveTo>
                    <a:cubicBezTo>
                      <a:pt x="1910" y="1"/>
                      <a:pt x="408" y="1252"/>
                      <a:pt x="139" y="2983"/>
                    </a:cubicBezTo>
                    <a:cubicBezTo>
                      <a:pt x="0" y="3920"/>
                      <a:pt x="223" y="4848"/>
                      <a:pt x="780" y="5608"/>
                    </a:cubicBezTo>
                    <a:cubicBezTo>
                      <a:pt x="1336" y="6360"/>
                      <a:pt x="2152" y="6861"/>
                      <a:pt x="3089" y="7000"/>
                    </a:cubicBezTo>
                    <a:cubicBezTo>
                      <a:pt x="3266" y="7028"/>
                      <a:pt x="3442" y="7046"/>
                      <a:pt x="3618" y="7046"/>
                    </a:cubicBezTo>
                    <a:cubicBezTo>
                      <a:pt x="5325" y="7046"/>
                      <a:pt x="6837" y="5794"/>
                      <a:pt x="7097" y="4059"/>
                    </a:cubicBezTo>
                    <a:cubicBezTo>
                      <a:pt x="7245" y="3122"/>
                      <a:pt x="7013" y="2194"/>
                      <a:pt x="6457" y="1434"/>
                    </a:cubicBezTo>
                    <a:cubicBezTo>
                      <a:pt x="5900" y="682"/>
                      <a:pt x="5084" y="181"/>
                      <a:pt x="4156" y="42"/>
                    </a:cubicBezTo>
                    <a:cubicBezTo>
                      <a:pt x="3975" y="14"/>
                      <a:pt x="3795" y="1"/>
                      <a:pt x="361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93" name="Google Shape;493;p19"/>
              <p:cNvSpPr/>
              <p:nvPr/>
            </p:nvSpPr>
            <p:spPr>
              <a:xfrm>
                <a:off x="1152471" y="3313892"/>
                <a:ext cx="621708" cy="544949"/>
              </a:xfrm>
              <a:custGeom>
                <a:avLst/>
                <a:gdLst/>
                <a:ahLst/>
                <a:cxnLst/>
                <a:rect l="l" t="t" r="r" b="b"/>
                <a:pathLst>
                  <a:path w="7905" h="6929" extrusionOk="0">
                    <a:moveTo>
                      <a:pt x="3948" y="1"/>
                    </a:moveTo>
                    <a:cubicBezTo>
                      <a:pt x="3318" y="1"/>
                      <a:pt x="2680" y="173"/>
                      <a:pt x="2106" y="533"/>
                    </a:cubicBezTo>
                    <a:cubicBezTo>
                      <a:pt x="492" y="1554"/>
                      <a:pt x="1" y="3688"/>
                      <a:pt x="1021" y="5311"/>
                    </a:cubicBezTo>
                    <a:cubicBezTo>
                      <a:pt x="1675" y="6354"/>
                      <a:pt x="2801" y="6929"/>
                      <a:pt x="3955" y="6929"/>
                    </a:cubicBezTo>
                    <a:cubicBezTo>
                      <a:pt x="4586" y="6929"/>
                      <a:pt x="5225" y="6757"/>
                      <a:pt x="5798" y="6396"/>
                    </a:cubicBezTo>
                    <a:cubicBezTo>
                      <a:pt x="7413" y="5376"/>
                      <a:pt x="7904" y="3242"/>
                      <a:pt x="6884" y="1619"/>
                    </a:cubicBezTo>
                    <a:cubicBezTo>
                      <a:pt x="6224" y="575"/>
                      <a:pt x="5099" y="1"/>
                      <a:pt x="394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94" name="Google Shape;494;p19"/>
              <p:cNvSpPr/>
              <p:nvPr/>
            </p:nvSpPr>
            <p:spPr>
              <a:xfrm>
                <a:off x="1178739" y="3308938"/>
                <a:ext cx="582306" cy="553993"/>
              </a:xfrm>
              <a:custGeom>
                <a:avLst/>
                <a:gdLst/>
                <a:ahLst/>
                <a:cxnLst/>
                <a:rect l="l" t="t" r="r" b="b"/>
                <a:pathLst>
                  <a:path w="7404" h="7044" extrusionOk="0">
                    <a:moveTo>
                      <a:pt x="3628" y="114"/>
                    </a:moveTo>
                    <a:cubicBezTo>
                      <a:pt x="3795" y="114"/>
                      <a:pt x="3971" y="133"/>
                      <a:pt x="4138" y="160"/>
                    </a:cubicBezTo>
                    <a:cubicBezTo>
                      <a:pt x="5993" y="439"/>
                      <a:pt x="7273" y="2183"/>
                      <a:pt x="6995" y="4038"/>
                    </a:cubicBezTo>
                    <a:cubicBezTo>
                      <a:pt x="6735" y="5718"/>
                      <a:pt x="5280" y="6926"/>
                      <a:pt x="3630" y="6926"/>
                    </a:cubicBezTo>
                    <a:cubicBezTo>
                      <a:pt x="3458" y="6926"/>
                      <a:pt x="3284" y="6913"/>
                      <a:pt x="3108" y="6886"/>
                    </a:cubicBezTo>
                    <a:cubicBezTo>
                      <a:pt x="2208" y="6747"/>
                      <a:pt x="1420" y="6274"/>
                      <a:pt x="882" y="5541"/>
                    </a:cubicBezTo>
                    <a:cubicBezTo>
                      <a:pt x="344" y="4808"/>
                      <a:pt x="121" y="3908"/>
                      <a:pt x="260" y="3008"/>
                    </a:cubicBezTo>
                    <a:cubicBezTo>
                      <a:pt x="520" y="1320"/>
                      <a:pt x="1976" y="114"/>
                      <a:pt x="3628" y="114"/>
                    </a:cubicBezTo>
                    <a:close/>
                    <a:moveTo>
                      <a:pt x="3629" y="0"/>
                    </a:moveTo>
                    <a:cubicBezTo>
                      <a:pt x="1917" y="0"/>
                      <a:pt x="410" y="1247"/>
                      <a:pt x="149" y="2990"/>
                    </a:cubicBezTo>
                    <a:cubicBezTo>
                      <a:pt x="1" y="3918"/>
                      <a:pt x="232" y="4845"/>
                      <a:pt x="789" y="5606"/>
                    </a:cubicBezTo>
                    <a:cubicBezTo>
                      <a:pt x="1346" y="6367"/>
                      <a:pt x="2162" y="6858"/>
                      <a:pt x="3090" y="7007"/>
                    </a:cubicBezTo>
                    <a:cubicBezTo>
                      <a:pt x="3275" y="7034"/>
                      <a:pt x="3451" y="7044"/>
                      <a:pt x="3628" y="7044"/>
                    </a:cubicBezTo>
                    <a:cubicBezTo>
                      <a:pt x="5335" y="7044"/>
                      <a:pt x="6837" y="5791"/>
                      <a:pt x="7106" y="4057"/>
                    </a:cubicBezTo>
                    <a:cubicBezTo>
                      <a:pt x="7403" y="2136"/>
                      <a:pt x="6077" y="337"/>
                      <a:pt x="4156" y="40"/>
                    </a:cubicBezTo>
                    <a:cubicBezTo>
                      <a:pt x="3979" y="13"/>
                      <a:pt x="3803" y="0"/>
                      <a:pt x="362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95" name="Google Shape;495;p19"/>
              <p:cNvSpPr/>
              <p:nvPr/>
            </p:nvSpPr>
            <p:spPr>
              <a:xfrm>
                <a:off x="1563950" y="3370439"/>
                <a:ext cx="117578" cy="119701"/>
              </a:xfrm>
              <a:custGeom>
                <a:avLst/>
                <a:gdLst/>
                <a:ahLst/>
                <a:cxnLst/>
                <a:rect l="l" t="t" r="r" b="b"/>
                <a:pathLst>
                  <a:path w="1495" h="1522" extrusionOk="0">
                    <a:moveTo>
                      <a:pt x="1" y="0"/>
                    </a:moveTo>
                    <a:lnTo>
                      <a:pt x="1494" y="1521"/>
                    </a:lnTo>
                    <a:cubicBezTo>
                      <a:pt x="1197" y="863"/>
                      <a:pt x="678" y="315"/>
                      <a:pt x="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96" name="Google Shape;496;p19"/>
              <p:cNvSpPr/>
              <p:nvPr/>
            </p:nvSpPr>
            <p:spPr>
              <a:xfrm>
                <a:off x="1555928" y="3363282"/>
                <a:ext cx="132836" cy="133386"/>
              </a:xfrm>
              <a:custGeom>
                <a:avLst/>
                <a:gdLst/>
                <a:ahLst/>
                <a:cxnLst/>
                <a:rect l="l" t="t" r="r" b="b"/>
                <a:pathLst>
                  <a:path w="1689" h="1696" extrusionOk="0">
                    <a:moveTo>
                      <a:pt x="104" y="0"/>
                    </a:moveTo>
                    <a:cubicBezTo>
                      <a:pt x="71" y="0"/>
                      <a:pt x="42" y="20"/>
                      <a:pt x="28" y="54"/>
                    </a:cubicBezTo>
                    <a:cubicBezTo>
                      <a:pt x="1" y="100"/>
                      <a:pt x="19" y="147"/>
                      <a:pt x="65" y="175"/>
                    </a:cubicBezTo>
                    <a:cubicBezTo>
                      <a:pt x="715" y="471"/>
                      <a:pt x="1225" y="991"/>
                      <a:pt x="1513" y="1650"/>
                    </a:cubicBezTo>
                    <a:cubicBezTo>
                      <a:pt x="1531" y="1677"/>
                      <a:pt x="1559" y="1696"/>
                      <a:pt x="1596" y="1696"/>
                    </a:cubicBezTo>
                    <a:lnTo>
                      <a:pt x="1633" y="1696"/>
                    </a:lnTo>
                    <a:cubicBezTo>
                      <a:pt x="1670" y="1668"/>
                      <a:pt x="1689" y="1622"/>
                      <a:pt x="1670" y="1575"/>
                    </a:cubicBezTo>
                    <a:cubicBezTo>
                      <a:pt x="1364" y="889"/>
                      <a:pt x="826" y="332"/>
                      <a:pt x="140" y="8"/>
                    </a:cubicBezTo>
                    <a:cubicBezTo>
                      <a:pt x="128" y="3"/>
                      <a:pt x="116" y="0"/>
                      <a:pt x="104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97" name="Google Shape;497;p19"/>
              <p:cNvSpPr/>
              <p:nvPr/>
            </p:nvSpPr>
            <p:spPr>
              <a:xfrm>
                <a:off x="1990058" y="3317117"/>
                <a:ext cx="47503" cy="47503"/>
              </a:xfrm>
              <a:custGeom>
                <a:avLst/>
                <a:gdLst/>
                <a:ahLst/>
                <a:cxnLst/>
                <a:rect l="l" t="t" r="r" b="b"/>
                <a:pathLst>
                  <a:path w="604" h="604" extrusionOk="0">
                    <a:moveTo>
                      <a:pt x="158" y="1"/>
                    </a:moveTo>
                    <a:lnTo>
                      <a:pt x="0" y="437"/>
                    </a:lnTo>
                    <a:lnTo>
                      <a:pt x="436" y="604"/>
                    </a:lnTo>
                    <a:lnTo>
                      <a:pt x="603" y="159"/>
                    </a:lnTo>
                    <a:lnTo>
                      <a:pt x="158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98" name="Google Shape;498;p19"/>
              <p:cNvSpPr/>
              <p:nvPr/>
            </p:nvSpPr>
            <p:spPr>
              <a:xfrm>
                <a:off x="1277991" y="3581212"/>
                <a:ext cx="151790" cy="76524"/>
              </a:xfrm>
              <a:custGeom>
                <a:avLst/>
                <a:gdLst/>
                <a:ahLst/>
                <a:cxnLst/>
                <a:rect l="l" t="t" r="r" b="b"/>
                <a:pathLst>
                  <a:path w="1930" h="973" extrusionOk="0">
                    <a:moveTo>
                      <a:pt x="965" y="1"/>
                    </a:moveTo>
                    <a:cubicBezTo>
                      <a:pt x="427" y="1"/>
                      <a:pt x="0" y="437"/>
                      <a:pt x="0" y="966"/>
                    </a:cubicBezTo>
                    <a:cubicBezTo>
                      <a:pt x="0" y="970"/>
                      <a:pt x="483" y="973"/>
                      <a:pt x="965" y="973"/>
                    </a:cubicBezTo>
                    <a:cubicBezTo>
                      <a:pt x="1447" y="973"/>
                      <a:pt x="1930" y="970"/>
                      <a:pt x="1930" y="966"/>
                    </a:cubicBezTo>
                    <a:cubicBezTo>
                      <a:pt x="1930" y="437"/>
                      <a:pt x="1494" y="1"/>
                      <a:pt x="96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99" name="Google Shape;499;p19"/>
              <p:cNvSpPr/>
              <p:nvPr/>
            </p:nvSpPr>
            <p:spPr>
              <a:xfrm>
                <a:off x="1272879" y="3576887"/>
                <a:ext cx="161306" cy="85411"/>
              </a:xfrm>
              <a:custGeom>
                <a:avLst/>
                <a:gdLst/>
                <a:ahLst/>
                <a:cxnLst/>
                <a:rect l="l" t="t" r="r" b="b"/>
                <a:pathLst>
                  <a:path w="2051" h="1086" extrusionOk="0">
                    <a:moveTo>
                      <a:pt x="1030" y="112"/>
                    </a:moveTo>
                    <a:cubicBezTo>
                      <a:pt x="1512" y="112"/>
                      <a:pt x="1902" y="492"/>
                      <a:pt x="1930" y="965"/>
                    </a:cubicBezTo>
                    <a:lnTo>
                      <a:pt x="121" y="965"/>
                    </a:lnTo>
                    <a:cubicBezTo>
                      <a:pt x="149" y="492"/>
                      <a:pt x="548" y="112"/>
                      <a:pt x="1030" y="112"/>
                    </a:cubicBezTo>
                    <a:close/>
                    <a:moveTo>
                      <a:pt x="1030" y="0"/>
                    </a:moveTo>
                    <a:cubicBezTo>
                      <a:pt x="464" y="0"/>
                      <a:pt x="0" y="455"/>
                      <a:pt x="0" y="1021"/>
                    </a:cubicBezTo>
                    <a:cubicBezTo>
                      <a:pt x="0" y="1076"/>
                      <a:pt x="0" y="1076"/>
                      <a:pt x="408" y="1086"/>
                    </a:cubicBezTo>
                    <a:lnTo>
                      <a:pt x="1132" y="1086"/>
                    </a:lnTo>
                    <a:cubicBezTo>
                      <a:pt x="2050" y="1086"/>
                      <a:pt x="2050" y="1086"/>
                      <a:pt x="2050" y="1021"/>
                    </a:cubicBezTo>
                    <a:cubicBezTo>
                      <a:pt x="2050" y="455"/>
                      <a:pt x="1587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00" name="Google Shape;500;p19"/>
              <p:cNvSpPr/>
              <p:nvPr/>
            </p:nvSpPr>
            <p:spPr>
              <a:xfrm>
                <a:off x="1310787" y="3484241"/>
                <a:ext cx="86198" cy="86905"/>
              </a:xfrm>
              <a:custGeom>
                <a:avLst/>
                <a:gdLst/>
                <a:ahLst/>
                <a:cxnLst/>
                <a:rect l="l" t="t" r="r" b="b"/>
                <a:pathLst>
                  <a:path w="1096" h="1105" extrusionOk="0">
                    <a:moveTo>
                      <a:pt x="548" y="0"/>
                    </a:moveTo>
                    <a:cubicBezTo>
                      <a:pt x="251" y="0"/>
                      <a:pt x="1" y="251"/>
                      <a:pt x="1" y="548"/>
                    </a:cubicBezTo>
                    <a:cubicBezTo>
                      <a:pt x="1" y="854"/>
                      <a:pt x="251" y="1104"/>
                      <a:pt x="548" y="1104"/>
                    </a:cubicBezTo>
                    <a:cubicBezTo>
                      <a:pt x="854" y="1104"/>
                      <a:pt x="1095" y="854"/>
                      <a:pt x="1095" y="548"/>
                    </a:cubicBezTo>
                    <a:cubicBezTo>
                      <a:pt x="1095" y="251"/>
                      <a:pt x="854" y="0"/>
                      <a:pt x="54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01" name="Google Shape;501;p19"/>
              <p:cNvSpPr/>
              <p:nvPr/>
            </p:nvSpPr>
            <p:spPr>
              <a:xfrm>
                <a:off x="1306383" y="3479837"/>
                <a:ext cx="95714" cy="95635"/>
              </a:xfrm>
              <a:custGeom>
                <a:avLst/>
                <a:gdLst/>
                <a:ahLst/>
                <a:cxnLst/>
                <a:rect l="l" t="t" r="r" b="b"/>
                <a:pathLst>
                  <a:path w="1217" h="1216" extrusionOk="0">
                    <a:moveTo>
                      <a:pt x="604" y="121"/>
                    </a:moveTo>
                    <a:cubicBezTo>
                      <a:pt x="882" y="121"/>
                      <a:pt x="1096" y="334"/>
                      <a:pt x="1096" y="604"/>
                    </a:cubicBezTo>
                    <a:cubicBezTo>
                      <a:pt x="1096" y="882"/>
                      <a:pt x="882" y="1095"/>
                      <a:pt x="604" y="1095"/>
                    </a:cubicBezTo>
                    <a:cubicBezTo>
                      <a:pt x="335" y="1095"/>
                      <a:pt x="122" y="882"/>
                      <a:pt x="122" y="604"/>
                    </a:cubicBezTo>
                    <a:cubicBezTo>
                      <a:pt x="122" y="334"/>
                      <a:pt x="335" y="121"/>
                      <a:pt x="604" y="121"/>
                    </a:cubicBezTo>
                    <a:close/>
                    <a:moveTo>
                      <a:pt x="604" y="1"/>
                    </a:moveTo>
                    <a:cubicBezTo>
                      <a:pt x="270" y="1"/>
                      <a:pt x="1" y="279"/>
                      <a:pt x="1" y="613"/>
                    </a:cubicBezTo>
                    <a:cubicBezTo>
                      <a:pt x="1" y="947"/>
                      <a:pt x="270" y="1216"/>
                      <a:pt x="604" y="1216"/>
                    </a:cubicBezTo>
                    <a:cubicBezTo>
                      <a:pt x="938" y="1216"/>
                      <a:pt x="1216" y="947"/>
                      <a:pt x="1216" y="613"/>
                    </a:cubicBezTo>
                    <a:cubicBezTo>
                      <a:pt x="1216" y="279"/>
                      <a:pt x="938" y="1"/>
                      <a:pt x="60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02" name="Google Shape;502;p19"/>
              <p:cNvSpPr/>
              <p:nvPr/>
            </p:nvSpPr>
            <p:spPr>
              <a:xfrm>
                <a:off x="1499775" y="3581212"/>
                <a:ext cx="152576" cy="76524"/>
              </a:xfrm>
              <a:custGeom>
                <a:avLst/>
                <a:gdLst/>
                <a:ahLst/>
                <a:cxnLst/>
                <a:rect l="l" t="t" r="r" b="b"/>
                <a:pathLst>
                  <a:path w="1940" h="973" extrusionOk="0">
                    <a:moveTo>
                      <a:pt x="965" y="1"/>
                    </a:moveTo>
                    <a:cubicBezTo>
                      <a:pt x="436" y="1"/>
                      <a:pt x="0" y="437"/>
                      <a:pt x="0" y="966"/>
                    </a:cubicBezTo>
                    <a:cubicBezTo>
                      <a:pt x="0" y="970"/>
                      <a:pt x="485" y="973"/>
                      <a:pt x="970" y="973"/>
                    </a:cubicBezTo>
                    <a:cubicBezTo>
                      <a:pt x="1454" y="973"/>
                      <a:pt x="1939" y="970"/>
                      <a:pt x="1939" y="966"/>
                    </a:cubicBezTo>
                    <a:cubicBezTo>
                      <a:pt x="1939" y="437"/>
                      <a:pt x="1503" y="1"/>
                      <a:pt x="96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03" name="Google Shape;503;p19"/>
              <p:cNvSpPr/>
              <p:nvPr/>
            </p:nvSpPr>
            <p:spPr>
              <a:xfrm>
                <a:off x="1495370" y="3576887"/>
                <a:ext cx="161306" cy="85411"/>
              </a:xfrm>
              <a:custGeom>
                <a:avLst/>
                <a:gdLst/>
                <a:ahLst/>
                <a:cxnLst/>
                <a:rect l="l" t="t" r="r" b="b"/>
                <a:pathLst>
                  <a:path w="2051" h="1086" extrusionOk="0">
                    <a:moveTo>
                      <a:pt x="1030" y="112"/>
                    </a:moveTo>
                    <a:cubicBezTo>
                      <a:pt x="1503" y="112"/>
                      <a:pt x="1902" y="492"/>
                      <a:pt x="1930" y="965"/>
                    </a:cubicBezTo>
                    <a:lnTo>
                      <a:pt x="121" y="965"/>
                    </a:lnTo>
                    <a:cubicBezTo>
                      <a:pt x="149" y="492"/>
                      <a:pt x="548" y="112"/>
                      <a:pt x="1030" y="112"/>
                    </a:cubicBezTo>
                    <a:close/>
                    <a:moveTo>
                      <a:pt x="1021" y="0"/>
                    </a:moveTo>
                    <a:cubicBezTo>
                      <a:pt x="464" y="0"/>
                      <a:pt x="1" y="455"/>
                      <a:pt x="1" y="1021"/>
                    </a:cubicBezTo>
                    <a:cubicBezTo>
                      <a:pt x="1" y="1076"/>
                      <a:pt x="1" y="1076"/>
                      <a:pt x="399" y="1086"/>
                    </a:cubicBezTo>
                    <a:lnTo>
                      <a:pt x="1132" y="1086"/>
                    </a:lnTo>
                    <a:cubicBezTo>
                      <a:pt x="2051" y="1086"/>
                      <a:pt x="2051" y="1086"/>
                      <a:pt x="2051" y="1021"/>
                    </a:cubicBezTo>
                    <a:cubicBezTo>
                      <a:pt x="2051" y="455"/>
                      <a:pt x="1587" y="0"/>
                      <a:pt x="102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04" name="Google Shape;504;p19"/>
              <p:cNvSpPr/>
              <p:nvPr/>
            </p:nvSpPr>
            <p:spPr>
              <a:xfrm>
                <a:off x="1533278" y="3484241"/>
                <a:ext cx="86198" cy="86905"/>
              </a:xfrm>
              <a:custGeom>
                <a:avLst/>
                <a:gdLst/>
                <a:ahLst/>
                <a:cxnLst/>
                <a:rect l="l" t="t" r="r" b="b"/>
                <a:pathLst>
                  <a:path w="1096" h="1105" extrusionOk="0">
                    <a:moveTo>
                      <a:pt x="548" y="0"/>
                    </a:moveTo>
                    <a:cubicBezTo>
                      <a:pt x="251" y="0"/>
                      <a:pt x="1" y="251"/>
                      <a:pt x="1" y="557"/>
                    </a:cubicBezTo>
                    <a:cubicBezTo>
                      <a:pt x="1" y="854"/>
                      <a:pt x="242" y="1104"/>
                      <a:pt x="548" y="1104"/>
                    </a:cubicBezTo>
                    <a:cubicBezTo>
                      <a:pt x="854" y="1104"/>
                      <a:pt x="1096" y="854"/>
                      <a:pt x="1096" y="557"/>
                    </a:cubicBezTo>
                    <a:cubicBezTo>
                      <a:pt x="1096" y="251"/>
                      <a:pt x="854" y="0"/>
                      <a:pt x="54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05" name="Google Shape;505;p19"/>
              <p:cNvSpPr/>
              <p:nvPr/>
            </p:nvSpPr>
            <p:spPr>
              <a:xfrm>
                <a:off x="1528952" y="3479837"/>
                <a:ext cx="95635" cy="95635"/>
              </a:xfrm>
              <a:custGeom>
                <a:avLst/>
                <a:gdLst/>
                <a:ahLst/>
                <a:cxnLst/>
                <a:rect l="l" t="t" r="r" b="b"/>
                <a:pathLst>
                  <a:path w="1216" h="1216" extrusionOk="0">
                    <a:moveTo>
                      <a:pt x="603" y="121"/>
                    </a:moveTo>
                    <a:cubicBezTo>
                      <a:pt x="872" y="121"/>
                      <a:pt x="1095" y="334"/>
                      <a:pt x="1095" y="604"/>
                    </a:cubicBezTo>
                    <a:cubicBezTo>
                      <a:pt x="1095" y="882"/>
                      <a:pt x="872" y="1095"/>
                      <a:pt x="603" y="1095"/>
                    </a:cubicBezTo>
                    <a:cubicBezTo>
                      <a:pt x="334" y="1095"/>
                      <a:pt x="112" y="882"/>
                      <a:pt x="112" y="604"/>
                    </a:cubicBezTo>
                    <a:cubicBezTo>
                      <a:pt x="112" y="334"/>
                      <a:pt x="334" y="121"/>
                      <a:pt x="603" y="121"/>
                    </a:cubicBezTo>
                    <a:close/>
                    <a:moveTo>
                      <a:pt x="603" y="1"/>
                    </a:moveTo>
                    <a:cubicBezTo>
                      <a:pt x="269" y="1"/>
                      <a:pt x="0" y="279"/>
                      <a:pt x="0" y="613"/>
                    </a:cubicBezTo>
                    <a:cubicBezTo>
                      <a:pt x="0" y="947"/>
                      <a:pt x="269" y="1216"/>
                      <a:pt x="603" y="1216"/>
                    </a:cubicBezTo>
                    <a:cubicBezTo>
                      <a:pt x="937" y="1216"/>
                      <a:pt x="1216" y="947"/>
                      <a:pt x="1216" y="613"/>
                    </a:cubicBezTo>
                    <a:cubicBezTo>
                      <a:pt x="1216" y="279"/>
                      <a:pt x="937" y="1"/>
                      <a:pt x="60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06" name="Google Shape;506;p19"/>
              <p:cNvSpPr/>
              <p:nvPr/>
            </p:nvSpPr>
            <p:spPr>
              <a:xfrm>
                <a:off x="1374962" y="3594346"/>
                <a:ext cx="172317" cy="86512"/>
              </a:xfrm>
              <a:custGeom>
                <a:avLst/>
                <a:gdLst/>
                <a:ahLst/>
                <a:cxnLst/>
                <a:rect l="l" t="t" r="r" b="b"/>
                <a:pathLst>
                  <a:path w="2191" h="1100" extrusionOk="0">
                    <a:moveTo>
                      <a:pt x="1096" y="1"/>
                    </a:moveTo>
                    <a:cubicBezTo>
                      <a:pt x="493" y="1"/>
                      <a:pt x="1" y="493"/>
                      <a:pt x="1" y="1096"/>
                    </a:cubicBezTo>
                    <a:cubicBezTo>
                      <a:pt x="1" y="1096"/>
                      <a:pt x="974" y="1100"/>
                      <a:pt x="1623" y="1100"/>
                    </a:cubicBezTo>
                    <a:cubicBezTo>
                      <a:pt x="1947" y="1100"/>
                      <a:pt x="2190" y="1099"/>
                      <a:pt x="2190" y="1096"/>
                    </a:cubicBezTo>
                    <a:cubicBezTo>
                      <a:pt x="2190" y="493"/>
                      <a:pt x="1699" y="1"/>
                      <a:pt x="109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07" name="Google Shape;507;p19"/>
              <p:cNvSpPr/>
              <p:nvPr/>
            </p:nvSpPr>
            <p:spPr>
              <a:xfrm>
                <a:off x="1370637" y="3590021"/>
                <a:ext cx="180968" cy="95635"/>
              </a:xfrm>
              <a:custGeom>
                <a:avLst/>
                <a:gdLst/>
                <a:ahLst/>
                <a:cxnLst/>
                <a:rect l="l" t="t" r="r" b="b"/>
                <a:pathLst>
                  <a:path w="2301" h="1216" extrusionOk="0">
                    <a:moveTo>
                      <a:pt x="1151" y="112"/>
                    </a:moveTo>
                    <a:cubicBezTo>
                      <a:pt x="1707" y="112"/>
                      <a:pt x="2162" y="548"/>
                      <a:pt x="2190" y="1095"/>
                    </a:cubicBezTo>
                    <a:lnTo>
                      <a:pt x="112" y="1095"/>
                    </a:lnTo>
                    <a:cubicBezTo>
                      <a:pt x="139" y="548"/>
                      <a:pt x="594" y="112"/>
                      <a:pt x="1151" y="112"/>
                    </a:cubicBezTo>
                    <a:close/>
                    <a:moveTo>
                      <a:pt x="1151" y="0"/>
                    </a:moveTo>
                    <a:cubicBezTo>
                      <a:pt x="510" y="0"/>
                      <a:pt x="0" y="511"/>
                      <a:pt x="0" y="1151"/>
                    </a:cubicBezTo>
                    <a:cubicBezTo>
                      <a:pt x="0" y="1206"/>
                      <a:pt x="0" y="1206"/>
                      <a:pt x="446" y="1216"/>
                    </a:cubicBezTo>
                    <a:lnTo>
                      <a:pt x="1271" y="1216"/>
                    </a:lnTo>
                    <a:cubicBezTo>
                      <a:pt x="2301" y="1216"/>
                      <a:pt x="2301" y="1216"/>
                      <a:pt x="2301" y="1151"/>
                    </a:cubicBezTo>
                    <a:cubicBezTo>
                      <a:pt x="2301" y="511"/>
                      <a:pt x="1791" y="0"/>
                      <a:pt x="115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08" name="Google Shape;508;p19"/>
              <p:cNvSpPr/>
              <p:nvPr/>
            </p:nvSpPr>
            <p:spPr>
              <a:xfrm>
                <a:off x="1412949" y="3484241"/>
                <a:ext cx="97837" cy="98545"/>
              </a:xfrm>
              <a:custGeom>
                <a:avLst/>
                <a:gdLst/>
                <a:ahLst/>
                <a:cxnLst/>
                <a:rect l="l" t="t" r="r" b="b"/>
                <a:pathLst>
                  <a:path w="1244" h="1253" extrusionOk="0">
                    <a:moveTo>
                      <a:pt x="622" y="0"/>
                    </a:moveTo>
                    <a:cubicBezTo>
                      <a:pt x="279" y="0"/>
                      <a:pt x="0" y="278"/>
                      <a:pt x="0" y="622"/>
                    </a:cubicBezTo>
                    <a:cubicBezTo>
                      <a:pt x="0" y="974"/>
                      <a:pt x="279" y="1253"/>
                      <a:pt x="622" y="1253"/>
                    </a:cubicBezTo>
                    <a:cubicBezTo>
                      <a:pt x="965" y="1253"/>
                      <a:pt x="1243" y="974"/>
                      <a:pt x="1243" y="622"/>
                    </a:cubicBezTo>
                    <a:cubicBezTo>
                      <a:pt x="1243" y="278"/>
                      <a:pt x="965" y="0"/>
                      <a:pt x="622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09" name="Google Shape;509;p19"/>
              <p:cNvSpPr/>
              <p:nvPr/>
            </p:nvSpPr>
            <p:spPr>
              <a:xfrm>
                <a:off x="1407837" y="3479837"/>
                <a:ext cx="107354" cy="107354"/>
              </a:xfrm>
              <a:custGeom>
                <a:avLst/>
                <a:gdLst/>
                <a:ahLst/>
                <a:cxnLst/>
                <a:rect l="l" t="t" r="r" b="b"/>
                <a:pathLst>
                  <a:path w="1365" h="1365" extrusionOk="0">
                    <a:moveTo>
                      <a:pt x="687" y="121"/>
                    </a:moveTo>
                    <a:cubicBezTo>
                      <a:pt x="993" y="121"/>
                      <a:pt x="1253" y="372"/>
                      <a:pt x="1253" y="678"/>
                    </a:cubicBezTo>
                    <a:cubicBezTo>
                      <a:pt x="1253" y="993"/>
                      <a:pt x="993" y="1244"/>
                      <a:pt x="687" y="1244"/>
                    </a:cubicBezTo>
                    <a:cubicBezTo>
                      <a:pt x="371" y="1244"/>
                      <a:pt x="121" y="993"/>
                      <a:pt x="121" y="678"/>
                    </a:cubicBezTo>
                    <a:cubicBezTo>
                      <a:pt x="121" y="372"/>
                      <a:pt x="371" y="121"/>
                      <a:pt x="687" y="121"/>
                    </a:cubicBezTo>
                    <a:close/>
                    <a:moveTo>
                      <a:pt x="687" y="1"/>
                    </a:moveTo>
                    <a:cubicBezTo>
                      <a:pt x="307" y="1"/>
                      <a:pt x="0" y="307"/>
                      <a:pt x="0" y="678"/>
                    </a:cubicBezTo>
                    <a:cubicBezTo>
                      <a:pt x="0" y="1058"/>
                      <a:pt x="307" y="1364"/>
                      <a:pt x="687" y="1364"/>
                    </a:cubicBezTo>
                    <a:cubicBezTo>
                      <a:pt x="1058" y="1364"/>
                      <a:pt x="1364" y="1058"/>
                      <a:pt x="1364" y="678"/>
                    </a:cubicBezTo>
                    <a:cubicBezTo>
                      <a:pt x="1364" y="307"/>
                      <a:pt x="1058" y="1"/>
                      <a:pt x="68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10" name="Google Shape;510;p19"/>
              <p:cNvSpPr/>
              <p:nvPr/>
            </p:nvSpPr>
            <p:spPr>
              <a:xfrm>
                <a:off x="1985653" y="3311847"/>
                <a:ext cx="57019" cy="56469"/>
              </a:xfrm>
              <a:custGeom>
                <a:avLst/>
                <a:gdLst/>
                <a:ahLst/>
                <a:cxnLst/>
                <a:rect l="l" t="t" r="r" b="b"/>
                <a:pathLst>
                  <a:path w="725" h="718" extrusionOk="0">
                    <a:moveTo>
                      <a:pt x="251" y="133"/>
                    </a:moveTo>
                    <a:lnTo>
                      <a:pt x="585" y="253"/>
                    </a:lnTo>
                    <a:lnTo>
                      <a:pt x="464" y="587"/>
                    </a:lnTo>
                    <a:lnTo>
                      <a:pt x="130" y="467"/>
                    </a:lnTo>
                    <a:lnTo>
                      <a:pt x="251" y="133"/>
                    </a:lnTo>
                    <a:close/>
                    <a:moveTo>
                      <a:pt x="223" y="0"/>
                    </a:moveTo>
                    <a:cubicBezTo>
                      <a:pt x="195" y="0"/>
                      <a:pt x="175" y="17"/>
                      <a:pt x="168" y="40"/>
                    </a:cubicBezTo>
                    <a:lnTo>
                      <a:pt x="1" y="485"/>
                    </a:lnTo>
                    <a:cubicBezTo>
                      <a:pt x="1" y="495"/>
                      <a:pt x="1" y="513"/>
                      <a:pt x="1" y="522"/>
                    </a:cubicBezTo>
                    <a:cubicBezTo>
                      <a:pt x="10" y="541"/>
                      <a:pt x="19" y="550"/>
                      <a:pt x="38" y="559"/>
                    </a:cubicBezTo>
                    <a:lnTo>
                      <a:pt x="483" y="717"/>
                    </a:lnTo>
                    <a:lnTo>
                      <a:pt x="501" y="717"/>
                    </a:lnTo>
                    <a:cubicBezTo>
                      <a:pt x="520" y="717"/>
                      <a:pt x="548" y="708"/>
                      <a:pt x="557" y="680"/>
                    </a:cubicBezTo>
                    <a:lnTo>
                      <a:pt x="715" y="235"/>
                    </a:lnTo>
                    <a:cubicBezTo>
                      <a:pt x="724" y="207"/>
                      <a:pt x="715" y="179"/>
                      <a:pt x="678" y="161"/>
                    </a:cubicBezTo>
                    <a:lnTo>
                      <a:pt x="242" y="3"/>
                    </a:lnTo>
                    <a:cubicBezTo>
                      <a:pt x="235" y="1"/>
                      <a:pt x="229" y="0"/>
                      <a:pt x="22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11" name="Google Shape;511;p19"/>
              <p:cNvSpPr/>
              <p:nvPr/>
            </p:nvSpPr>
            <p:spPr>
              <a:xfrm>
                <a:off x="1707716" y="3340239"/>
                <a:ext cx="302085" cy="134566"/>
              </a:xfrm>
              <a:custGeom>
                <a:avLst/>
                <a:gdLst/>
                <a:ahLst/>
                <a:cxnLst/>
                <a:rect l="l" t="t" r="r" b="b"/>
                <a:pathLst>
                  <a:path w="3841" h="1711" extrusionOk="0">
                    <a:moveTo>
                      <a:pt x="3769" y="0"/>
                    </a:moveTo>
                    <a:cubicBezTo>
                      <a:pt x="3762" y="0"/>
                      <a:pt x="3754" y="1"/>
                      <a:pt x="3748" y="4"/>
                    </a:cubicBezTo>
                    <a:lnTo>
                      <a:pt x="37" y="1599"/>
                    </a:lnTo>
                    <a:cubicBezTo>
                      <a:pt x="9" y="1618"/>
                      <a:pt x="0" y="1655"/>
                      <a:pt x="9" y="1683"/>
                    </a:cubicBezTo>
                    <a:cubicBezTo>
                      <a:pt x="19" y="1701"/>
                      <a:pt x="37" y="1711"/>
                      <a:pt x="65" y="1711"/>
                    </a:cubicBezTo>
                    <a:lnTo>
                      <a:pt x="84" y="1711"/>
                    </a:lnTo>
                    <a:lnTo>
                      <a:pt x="3794" y="115"/>
                    </a:lnTo>
                    <a:cubicBezTo>
                      <a:pt x="3822" y="106"/>
                      <a:pt x="3841" y="69"/>
                      <a:pt x="3822" y="41"/>
                    </a:cubicBezTo>
                    <a:cubicBezTo>
                      <a:pt x="3815" y="12"/>
                      <a:pt x="3792" y="0"/>
                      <a:pt x="376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10467751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ackground 1">
    <p:spTree>
      <p:nvGrpSpPr>
        <p:cNvPr id="1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3" name="Google Shape;513;p20"/>
          <p:cNvGrpSpPr/>
          <p:nvPr/>
        </p:nvGrpSpPr>
        <p:grpSpPr>
          <a:xfrm>
            <a:off x="691800" y="523400"/>
            <a:ext cx="10808400" cy="5811200"/>
            <a:chOff x="518850" y="392550"/>
            <a:chExt cx="8106300" cy="4358400"/>
          </a:xfrm>
        </p:grpSpPr>
        <p:grpSp>
          <p:nvGrpSpPr>
            <p:cNvPr id="514" name="Google Shape;514;p20"/>
            <p:cNvGrpSpPr/>
            <p:nvPr/>
          </p:nvGrpSpPr>
          <p:grpSpPr>
            <a:xfrm>
              <a:off x="518850" y="392550"/>
              <a:ext cx="8106300" cy="396000"/>
              <a:chOff x="518850" y="385283"/>
              <a:chExt cx="8106300" cy="396000"/>
            </a:xfrm>
          </p:grpSpPr>
          <p:cxnSp>
            <p:nvCxnSpPr>
              <p:cNvPr id="515" name="Google Shape;515;p20"/>
              <p:cNvCxnSpPr/>
              <p:nvPr/>
            </p:nvCxnSpPr>
            <p:spPr>
              <a:xfrm>
                <a:off x="518850" y="390575"/>
                <a:ext cx="8106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16" name="Google Shape;516;p20"/>
              <p:cNvCxnSpPr/>
              <p:nvPr/>
            </p:nvCxnSpPr>
            <p:spPr>
              <a:xfrm>
                <a:off x="5188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517" name="Google Shape;517;p20"/>
              <p:cNvCxnSpPr/>
              <p:nvPr/>
            </p:nvCxnSpPr>
            <p:spPr>
              <a:xfrm>
                <a:off x="86251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  <p:grpSp>
          <p:nvGrpSpPr>
            <p:cNvPr id="518" name="Google Shape;518;p20"/>
            <p:cNvGrpSpPr/>
            <p:nvPr/>
          </p:nvGrpSpPr>
          <p:grpSpPr>
            <a:xfrm rot="10800000">
              <a:off x="518850" y="4354950"/>
              <a:ext cx="8106300" cy="396000"/>
              <a:chOff x="518850" y="385283"/>
              <a:chExt cx="8106300" cy="396000"/>
            </a:xfrm>
          </p:grpSpPr>
          <p:cxnSp>
            <p:nvCxnSpPr>
              <p:cNvPr id="519" name="Google Shape;519;p20"/>
              <p:cNvCxnSpPr/>
              <p:nvPr/>
            </p:nvCxnSpPr>
            <p:spPr>
              <a:xfrm>
                <a:off x="518850" y="390575"/>
                <a:ext cx="8106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20" name="Google Shape;520;p20"/>
              <p:cNvCxnSpPr/>
              <p:nvPr/>
            </p:nvCxnSpPr>
            <p:spPr>
              <a:xfrm>
                <a:off x="5188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521" name="Google Shape;521;p20"/>
              <p:cNvCxnSpPr/>
              <p:nvPr/>
            </p:nvCxnSpPr>
            <p:spPr>
              <a:xfrm>
                <a:off x="86251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</p:grpSp>
      <p:grpSp>
        <p:nvGrpSpPr>
          <p:cNvPr id="522" name="Google Shape;522;p20"/>
          <p:cNvGrpSpPr/>
          <p:nvPr/>
        </p:nvGrpSpPr>
        <p:grpSpPr>
          <a:xfrm>
            <a:off x="7255816" y="1791113"/>
            <a:ext cx="3940493" cy="3275777"/>
            <a:chOff x="5475412" y="1860275"/>
            <a:chExt cx="2955370" cy="2456833"/>
          </a:xfrm>
        </p:grpSpPr>
        <p:sp>
          <p:nvSpPr>
            <p:cNvPr id="523" name="Google Shape;523;p20"/>
            <p:cNvSpPr/>
            <p:nvPr/>
          </p:nvSpPr>
          <p:spPr>
            <a:xfrm>
              <a:off x="5581433" y="2425462"/>
              <a:ext cx="115169" cy="115739"/>
            </a:xfrm>
            <a:custGeom>
              <a:avLst/>
              <a:gdLst/>
              <a:ahLst/>
              <a:cxnLst/>
              <a:rect l="l" t="t" r="r" b="b"/>
              <a:pathLst>
                <a:path w="2023" h="2033" extrusionOk="0">
                  <a:moveTo>
                    <a:pt x="1011" y="186"/>
                  </a:moveTo>
                  <a:lnTo>
                    <a:pt x="1299" y="706"/>
                  </a:lnTo>
                  <a:cubicBezTo>
                    <a:pt x="1299" y="715"/>
                    <a:pt x="1308" y="724"/>
                    <a:pt x="1318" y="734"/>
                  </a:cubicBezTo>
                  <a:lnTo>
                    <a:pt x="1846" y="1021"/>
                  </a:lnTo>
                  <a:lnTo>
                    <a:pt x="1318" y="1309"/>
                  </a:lnTo>
                  <a:cubicBezTo>
                    <a:pt x="1308" y="1309"/>
                    <a:pt x="1299" y="1318"/>
                    <a:pt x="1299" y="1327"/>
                  </a:cubicBezTo>
                  <a:lnTo>
                    <a:pt x="1011" y="1856"/>
                  </a:lnTo>
                  <a:lnTo>
                    <a:pt x="724" y="1327"/>
                  </a:lnTo>
                  <a:cubicBezTo>
                    <a:pt x="715" y="1318"/>
                    <a:pt x="705" y="1309"/>
                    <a:pt x="696" y="1299"/>
                  </a:cubicBezTo>
                  <a:lnTo>
                    <a:pt x="177" y="1021"/>
                  </a:lnTo>
                  <a:lnTo>
                    <a:pt x="696" y="734"/>
                  </a:lnTo>
                  <a:cubicBezTo>
                    <a:pt x="705" y="724"/>
                    <a:pt x="715" y="715"/>
                    <a:pt x="724" y="706"/>
                  </a:cubicBezTo>
                  <a:lnTo>
                    <a:pt x="1011" y="186"/>
                  </a:lnTo>
                  <a:close/>
                  <a:moveTo>
                    <a:pt x="1011" y="1"/>
                  </a:moveTo>
                  <a:cubicBezTo>
                    <a:pt x="993" y="1"/>
                    <a:pt x="974" y="19"/>
                    <a:pt x="956" y="38"/>
                  </a:cubicBezTo>
                  <a:lnTo>
                    <a:pt x="631" y="641"/>
                  </a:lnTo>
                  <a:lnTo>
                    <a:pt x="28" y="965"/>
                  </a:lnTo>
                  <a:cubicBezTo>
                    <a:pt x="10" y="975"/>
                    <a:pt x="0" y="993"/>
                    <a:pt x="0" y="1012"/>
                  </a:cubicBezTo>
                  <a:cubicBezTo>
                    <a:pt x="0" y="1040"/>
                    <a:pt x="10" y="1058"/>
                    <a:pt x="28" y="1068"/>
                  </a:cubicBezTo>
                  <a:lnTo>
                    <a:pt x="631" y="1401"/>
                  </a:lnTo>
                  <a:lnTo>
                    <a:pt x="956" y="2004"/>
                  </a:lnTo>
                  <a:cubicBezTo>
                    <a:pt x="965" y="2023"/>
                    <a:pt x="984" y="2032"/>
                    <a:pt x="1011" y="2032"/>
                  </a:cubicBezTo>
                  <a:cubicBezTo>
                    <a:pt x="1030" y="2032"/>
                    <a:pt x="1049" y="2023"/>
                    <a:pt x="1058" y="2004"/>
                  </a:cubicBezTo>
                  <a:lnTo>
                    <a:pt x="1392" y="1401"/>
                  </a:lnTo>
                  <a:lnTo>
                    <a:pt x="1995" y="1068"/>
                  </a:lnTo>
                  <a:cubicBezTo>
                    <a:pt x="2013" y="1058"/>
                    <a:pt x="2023" y="1040"/>
                    <a:pt x="2023" y="1021"/>
                  </a:cubicBezTo>
                  <a:cubicBezTo>
                    <a:pt x="2023" y="1003"/>
                    <a:pt x="2013" y="984"/>
                    <a:pt x="1995" y="965"/>
                  </a:cubicBezTo>
                  <a:lnTo>
                    <a:pt x="1392" y="641"/>
                  </a:lnTo>
                  <a:lnTo>
                    <a:pt x="1067" y="38"/>
                  </a:lnTo>
                  <a:cubicBezTo>
                    <a:pt x="1049" y="19"/>
                    <a:pt x="1030" y="1"/>
                    <a:pt x="10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24" name="Google Shape;524;p20"/>
            <p:cNvSpPr/>
            <p:nvPr/>
          </p:nvSpPr>
          <p:spPr>
            <a:xfrm>
              <a:off x="8233235" y="2755955"/>
              <a:ext cx="67690" cy="67633"/>
            </a:xfrm>
            <a:custGeom>
              <a:avLst/>
              <a:gdLst/>
              <a:ahLst/>
              <a:cxnLst/>
              <a:rect l="l" t="t" r="r" b="b"/>
              <a:pathLst>
                <a:path w="1189" h="1188" extrusionOk="0">
                  <a:moveTo>
                    <a:pt x="594" y="177"/>
                  </a:moveTo>
                  <a:lnTo>
                    <a:pt x="734" y="436"/>
                  </a:lnTo>
                  <a:cubicBezTo>
                    <a:pt x="743" y="446"/>
                    <a:pt x="752" y="455"/>
                    <a:pt x="761" y="455"/>
                  </a:cubicBezTo>
                  <a:lnTo>
                    <a:pt x="1012" y="594"/>
                  </a:lnTo>
                  <a:lnTo>
                    <a:pt x="752" y="733"/>
                  </a:lnTo>
                  <a:cubicBezTo>
                    <a:pt x="743" y="743"/>
                    <a:pt x="743" y="752"/>
                    <a:pt x="734" y="761"/>
                  </a:cubicBezTo>
                  <a:lnTo>
                    <a:pt x="594" y="1012"/>
                  </a:lnTo>
                  <a:lnTo>
                    <a:pt x="455" y="761"/>
                  </a:lnTo>
                  <a:cubicBezTo>
                    <a:pt x="446" y="752"/>
                    <a:pt x="437" y="743"/>
                    <a:pt x="427" y="733"/>
                  </a:cubicBezTo>
                  <a:lnTo>
                    <a:pt x="177" y="594"/>
                  </a:lnTo>
                  <a:lnTo>
                    <a:pt x="437" y="455"/>
                  </a:lnTo>
                  <a:cubicBezTo>
                    <a:pt x="446" y="446"/>
                    <a:pt x="446" y="446"/>
                    <a:pt x="455" y="436"/>
                  </a:cubicBezTo>
                  <a:lnTo>
                    <a:pt x="594" y="177"/>
                  </a:lnTo>
                  <a:close/>
                  <a:moveTo>
                    <a:pt x="594" y="0"/>
                  </a:moveTo>
                  <a:cubicBezTo>
                    <a:pt x="576" y="0"/>
                    <a:pt x="557" y="10"/>
                    <a:pt x="548" y="28"/>
                  </a:cubicBezTo>
                  <a:lnTo>
                    <a:pt x="362" y="362"/>
                  </a:lnTo>
                  <a:lnTo>
                    <a:pt x="29" y="548"/>
                  </a:lnTo>
                  <a:cubicBezTo>
                    <a:pt x="10" y="557"/>
                    <a:pt x="1" y="576"/>
                    <a:pt x="1" y="594"/>
                  </a:cubicBezTo>
                  <a:cubicBezTo>
                    <a:pt x="1" y="613"/>
                    <a:pt x="10" y="631"/>
                    <a:pt x="29" y="640"/>
                  </a:cubicBezTo>
                  <a:lnTo>
                    <a:pt x="362" y="826"/>
                  </a:lnTo>
                  <a:lnTo>
                    <a:pt x="539" y="1160"/>
                  </a:lnTo>
                  <a:cubicBezTo>
                    <a:pt x="548" y="1179"/>
                    <a:pt x="576" y="1188"/>
                    <a:pt x="594" y="1188"/>
                  </a:cubicBezTo>
                  <a:cubicBezTo>
                    <a:pt x="613" y="1188"/>
                    <a:pt x="632" y="1179"/>
                    <a:pt x="641" y="1160"/>
                  </a:cubicBezTo>
                  <a:lnTo>
                    <a:pt x="826" y="826"/>
                  </a:lnTo>
                  <a:lnTo>
                    <a:pt x="1160" y="650"/>
                  </a:lnTo>
                  <a:cubicBezTo>
                    <a:pt x="1179" y="640"/>
                    <a:pt x="1188" y="622"/>
                    <a:pt x="1188" y="594"/>
                  </a:cubicBezTo>
                  <a:cubicBezTo>
                    <a:pt x="1188" y="576"/>
                    <a:pt x="1179" y="557"/>
                    <a:pt x="1160" y="548"/>
                  </a:cubicBezTo>
                  <a:lnTo>
                    <a:pt x="826" y="362"/>
                  </a:lnTo>
                  <a:lnTo>
                    <a:pt x="650" y="28"/>
                  </a:lnTo>
                  <a:cubicBezTo>
                    <a:pt x="641" y="10"/>
                    <a:pt x="613" y="0"/>
                    <a:pt x="59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25" name="Google Shape;525;p20"/>
            <p:cNvSpPr/>
            <p:nvPr/>
          </p:nvSpPr>
          <p:spPr>
            <a:xfrm>
              <a:off x="5475412" y="3604065"/>
              <a:ext cx="119382" cy="119439"/>
            </a:xfrm>
            <a:custGeom>
              <a:avLst/>
              <a:gdLst/>
              <a:ahLst/>
              <a:cxnLst/>
              <a:rect l="l" t="t" r="r" b="b"/>
              <a:pathLst>
                <a:path w="2097" h="2098" extrusionOk="0">
                  <a:moveTo>
                    <a:pt x="1048" y="177"/>
                  </a:moveTo>
                  <a:lnTo>
                    <a:pt x="1345" y="724"/>
                  </a:lnTo>
                  <a:cubicBezTo>
                    <a:pt x="1354" y="733"/>
                    <a:pt x="1364" y="743"/>
                    <a:pt x="1373" y="752"/>
                  </a:cubicBezTo>
                  <a:lnTo>
                    <a:pt x="1911" y="1049"/>
                  </a:lnTo>
                  <a:lnTo>
                    <a:pt x="1364" y="1346"/>
                  </a:lnTo>
                  <a:cubicBezTo>
                    <a:pt x="1354" y="1355"/>
                    <a:pt x="1345" y="1364"/>
                    <a:pt x="1345" y="1374"/>
                  </a:cubicBezTo>
                  <a:lnTo>
                    <a:pt x="1048" y="1912"/>
                  </a:lnTo>
                  <a:lnTo>
                    <a:pt x="752" y="1364"/>
                  </a:lnTo>
                  <a:cubicBezTo>
                    <a:pt x="742" y="1355"/>
                    <a:pt x="733" y="1355"/>
                    <a:pt x="724" y="1346"/>
                  </a:cubicBezTo>
                  <a:lnTo>
                    <a:pt x="176" y="1049"/>
                  </a:lnTo>
                  <a:lnTo>
                    <a:pt x="724" y="752"/>
                  </a:lnTo>
                  <a:cubicBezTo>
                    <a:pt x="733" y="743"/>
                    <a:pt x="742" y="733"/>
                    <a:pt x="752" y="724"/>
                  </a:cubicBezTo>
                  <a:lnTo>
                    <a:pt x="1048" y="177"/>
                  </a:lnTo>
                  <a:close/>
                  <a:moveTo>
                    <a:pt x="1048" y="1"/>
                  </a:moveTo>
                  <a:cubicBezTo>
                    <a:pt x="1030" y="1"/>
                    <a:pt x="1011" y="10"/>
                    <a:pt x="1002" y="28"/>
                  </a:cubicBezTo>
                  <a:lnTo>
                    <a:pt x="659" y="650"/>
                  </a:lnTo>
                  <a:lnTo>
                    <a:pt x="28" y="993"/>
                  </a:lnTo>
                  <a:cubicBezTo>
                    <a:pt x="9" y="1002"/>
                    <a:pt x="0" y="1021"/>
                    <a:pt x="0" y="1040"/>
                  </a:cubicBezTo>
                  <a:cubicBezTo>
                    <a:pt x="0" y="1067"/>
                    <a:pt x="9" y="1086"/>
                    <a:pt x="28" y="1095"/>
                  </a:cubicBezTo>
                  <a:lnTo>
                    <a:pt x="649" y="1438"/>
                  </a:lnTo>
                  <a:lnTo>
                    <a:pt x="993" y="2060"/>
                  </a:lnTo>
                  <a:cubicBezTo>
                    <a:pt x="1002" y="2079"/>
                    <a:pt x="1021" y="2097"/>
                    <a:pt x="1039" y="2097"/>
                  </a:cubicBezTo>
                  <a:cubicBezTo>
                    <a:pt x="1067" y="2097"/>
                    <a:pt x="1085" y="2079"/>
                    <a:pt x="1095" y="2060"/>
                  </a:cubicBezTo>
                  <a:lnTo>
                    <a:pt x="1438" y="1438"/>
                  </a:lnTo>
                  <a:lnTo>
                    <a:pt x="2060" y="1095"/>
                  </a:lnTo>
                  <a:cubicBezTo>
                    <a:pt x="2078" y="1086"/>
                    <a:pt x="2097" y="1067"/>
                    <a:pt x="2097" y="1049"/>
                  </a:cubicBezTo>
                  <a:cubicBezTo>
                    <a:pt x="2097" y="1030"/>
                    <a:pt x="2078" y="1012"/>
                    <a:pt x="2060" y="993"/>
                  </a:cubicBezTo>
                  <a:lnTo>
                    <a:pt x="1438" y="659"/>
                  </a:lnTo>
                  <a:lnTo>
                    <a:pt x="1104" y="28"/>
                  </a:lnTo>
                  <a:cubicBezTo>
                    <a:pt x="1085" y="10"/>
                    <a:pt x="1067" y="1"/>
                    <a:pt x="104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26" name="Google Shape;526;p20"/>
            <p:cNvSpPr/>
            <p:nvPr/>
          </p:nvSpPr>
          <p:spPr>
            <a:xfrm>
              <a:off x="8311913" y="3834088"/>
              <a:ext cx="118870" cy="118870"/>
            </a:xfrm>
            <a:custGeom>
              <a:avLst/>
              <a:gdLst/>
              <a:ahLst/>
              <a:cxnLst/>
              <a:rect l="l" t="t" r="r" b="b"/>
              <a:pathLst>
                <a:path w="2088" h="2088" extrusionOk="0">
                  <a:moveTo>
                    <a:pt x="1048" y="176"/>
                  </a:moveTo>
                  <a:lnTo>
                    <a:pt x="1345" y="724"/>
                  </a:lnTo>
                  <a:cubicBezTo>
                    <a:pt x="1345" y="733"/>
                    <a:pt x="1355" y="742"/>
                    <a:pt x="1364" y="742"/>
                  </a:cubicBezTo>
                  <a:lnTo>
                    <a:pt x="1911" y="1049"/>
                  </a:lnTo>
                  <a:lnTo>
                    <a:pt x="1364" y="1345"/>
                  </a:lnTo>
                  <a:cubicBezTo>
                    <a:pt x="1355" y="1345"/>
                    <a:pt x="1345" y="1355"/>
                    <a:pt x="1336" y="1364"/>
                  </a:cubicBezTo>
                  <a:lnTo>
                    <a:pt x="1039" y="1911"/>
                  </a:lnTo>
                  <a:lnTo>
                    <a:pt x="742" y="1364"/>
                  </a:lnTo>
                  <a:cubicBezTo>
                    <a:pt x="742" y="1355"/>
                    <a:pt x="733" y="1345"/>
                    <a:pt x="724" y="1345"/>
                  </a:cubicBezTo>
                  <a:lnTo>
                    <a:pt x="176" y="1039"/>
                  </a:lnTo>
                  <a:lnTo>
                    <a:pt x="724" y="742"/>
                  </a:lnTo>
                  <a:cubicBezTo>
                    <a:pt x="733" y="742"/>
                    <a:pt x="742" y="733"/>
                    <a:pt x="742" y="724"/>
                  </a:cubicBezTo>
                  <a:lnTo>
                    <a:pt x="1048" y="176"/>
                  </a:lnTo>
                  <a:close/>
                  <a:moveTo>
                    <a:pt x="1048" y="0"/>
                  </a:moveTo>
                  <a:cubicBezTo>
                    <a:pt x="1030" y="0"/>
                    <a:pt x="1011" y="10"/>
                    <a:pt x="993" y="28"/>
                  </a:cubicBezTo>
                  <a:lnTo>
                    <a:pt x="650" y="650"/>
                  </a:lnTo>
                  <a:lnTo>
                    <a:pt x="28" y="993"/>
                  </a:lnTo>
                  <a:cubicBezTo>
                    <a:pt x="9" y="1002"/>
                    <a:pt x="0" y="1021"/>
                    <a:pt x="0" y="1039"/>
                  </a:cubicBezTo>
                  <a:cubicBezTo>
                    <a:pt x="0" y="1058"/>
                    <a:pt x="9" y="1076"/>
                    <a:pt x="28" y="1095"/>
                  </a:cubicBezTo>
                  <a:lnTo>
                    <a:pt x="650" y="1438"/>
                  </a:lnTo>
                  <a:lnTo>
                    <a:pt x="993" y="2060"/>
                  </a:lnTo>
                  <a:cubicBezTo>
                    <a:pt x="1002" y="2078"/>
                    <a:pt x="1021" y="2087"/>
                    <a:pt x="1039" y="2087"/>
                  </a:cubicBezTo>
                  <a:cubicBezTo>
                    <a:pt x="1067" y="2087"/>
                    <a:pt x="1086" y="2078"/>
                    <a:pt x="1095" y="2060"/>
                  </a:cubicBezTo>
                  <a:lnTo>
                    <a:pt x="1438" y="1438"/>
                  </a:lnTo>
                  <a:lnTo>
                    <a:pt x="2060" y="1095"/>
                  </a:lnTo>
                  <a:cubicBezTo>
                    <a:pt x="2078" y="1086"/>
                    <a:pt x="2087" y="1067"/>
                    <a:pt x="2087" y="1049"/>
                  </a:cubicBezTo>
                  <a:cubicBezTo>
                    <a:pt x="2087" y="1021"/>
                    <a:pt x="2078" y="1002"/>
                    <a:pt x="2060" y="993"/>
                  </a:cubicBezTo>
                  <a:lnTo>
                    <a:pt x="1438" y="650"/>
                  </a:lnTo>
                  <a:lnTo>
                    <a:pt x="1095" y="28"/>
                  </a:lnTo>
                  <a:cubicBezTo>
                    <a:pt x="1086" y="10"/>
                    <a:pt x="1067" y="0"/>
                    <a:pt x="104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27" name="Google Shape;527;p20"/>
            <p:cNvSpPr/>
            <p:nvPr/>
          </p:nvSpPr>
          <p:spPr>
            <a:xfrm>
              <a:off x="8015063" y="1953753"/>
              <a:ext cx="6945" cy="42811"/>
            </a:xfrm>
            <a:custGeom>
              <a:avLst/>
              <a:gdLst/>
              <a:ahLst/>
              <a:cxnLst/>
              <a:rect l="l" t="t" r="r" b="b"/>
              <a:pathLst>
                <a:path w="122" h="752" extrusionOk="0">
                  <a:moveTo>
                    <a:pt x="66" y="0"/>
                  </a:moveTo>
                  <a:cubicBezTo>
                    <a:pt x="29" y="0"/>
                    <a:pt x="1" y="19"/>
                    <a:pt x="1" y="56"/>
                  </a:cubicBezTo>
                  <a:lnTo>
                    <a:pt x="1" y="696"/>
                  </a:lnTo>
                  <a:cubicBezTo>
                    <a:pt x="1" y="733"/>
                    <a:pt x="29" y="752"/>
                    <a:pt x="66" y="752"/>
                  </a:cubicBezTo>
                  <a:cubicBezTo>
                    <a:pt x="93" y="752"/>
                    <a:pt x="121" y="724"/>
                    <a:pt x="121" y="696"/>
                  </a:cubicBezTo>
                  <a:lnTo>
                    <a:pt x="121" y="56"/>
                  </a:lnTo>
                  <a:cubicBezTo>
                    <a:pt x="121" y="19"/>
                    <a:pt x="93" y="0"/>
                    <a:pt x="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28" name="Google Shape;528;p20"/>
            <p:cNvSpPr/>
            <p:nvPr/>
          </p:nvSpPr>
          <p:spPr>
            <a:xfrm>
              <a:off x="8015063" y="2047230"/>
              <a:ext cx="6945" cy="43381"/>
            </a:xfrm>
            <a:custGeom>
              <a:avLst/>
              <a:gdLst/>
              <a:ahLst/>
              <a:cxnLst/>
              <a:rect l="l" t="t" r="r" b="b"/>
              <a:pathLst>
                <a:path w="122" h="762" extrusionOk="0">
                  <a:moveTo>
                    <a:pt x="66" y="0"/>
                  </a:moveTo>
                  <a:cubicBezTo>
                    <a:pt x="29" y="0"/>
                    <a:pt x="1" y="28"/>
                    <a:pt x="1" y="56"/>
                  </a:cubicBezTo>
                  <a:lnTo>
                    <a:pt x="1" y="696"/>
                  </a:lnTo>
                  <a:cubicBezTo>
                    <a:pt x="1" y="733"/>
                    <a:pt x="29" y="761"/>
                    <a:pt x="66" y="761"/>
                  </a:cubicBezTo>
                  <a:cubicBezTo>
                    <a:pt x="93" y="761"/>
                    <a:pt x="121" y="733"/>
                    <a:pt x="121" y="696"/>
                  </a:cubicBezTo>
                  <a:lnTo>
                    <a:pt x="121" y="56"/>
                  </a:lnTo>
                  <a:cubicBezTo>
                    <a:pt x="121" y="28"/>
                    <a:pt x="93" y="0"/>
                    <a:pt x="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29" name="Google Shape;529;p20"/>
            <p:cNvSpPr/>
            <p:nvPr/>
          </p:nvSpPr>
          <p:spPr>
            <a:xfrm>
              <a:off x="8044097" y="2018709"/>
              <a:ext cx="42868" cy="6376"/>
            </a:xfrm>
            <a:custGeom>
              <a:avLst/>
              <a:gdLst/>
              <a:ahLst/>
              <a:cxnLst/>
              <a:rect l="l" t="t" r="r" b="b"/>
              <a:pathLst>
                <a:path w="753" h="112" extrusionOk="0">
                  <a:moveTo>
                    <a:pt x="57" y="0"/>
                  </a:moveTo>
                  <a:cubicBezTo>
                    <a:pt x="19" y="0"/>
                    <a:pt x="1" y="28"/>
                    <a:pt x="1" y="56"/>
                  </a:cubicBezTo>
                  <a:cubicBezTo>
                    <a:pt x="1" y="93"/>
                    <a:pt x="19" y="112"/>
                    <a:pt x="57" y="112"/>
                  </a:cubicBezTo>
                  <a:lnTo>
                    <a:pt x="697" y="112"/>
                  </a:lnTo>
                  <a:cubicBezTo>
                    <a:pt x="724" y="112"/>
                    <a:pt x="752" y="93"/>
                    <a:pt x="752" y="56"/>
                  </a:cubicBezTo>
                  <a:cubicBezTo>
                    <a:pt x="752" y="28"/>
                    <a:pt x="734" y="0"/>
                    <a:pt x="6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30" name="Google Shape;530;p20"/>
            <p:cNvSpPr/>
            <p:nvPr/>
          </p:nvSpPr>
          <p:spPr>
            <a:xfrm>
              <a:off x="7950107" y="2018709"/>
              <a:ext cx="43381" cy="6376"/>
            </a:xfrm>
            <a:custGeom>
              <a:avLst/>
              <a:gdLst/>
              <a:ahLst/>
              <a:cxnLst/>
              <a:rect l="l" t="t" r="r" b="b"/>
              <a:pathLst>
                <a:path w="762" h="112" extrusionOk="0">
                  <a:moveTo>
                    <a:pt x="56" y="0"/>
                  </a:moveTo>
                  <a:cubicBezTo>
                    <a:pt x="28" y="0"/>
                    <a:pt x="1" y="28"/>
                    <a:pt x="1" y="56"/>
                  </a:cubicBezTo>
                  <a:cubicBezTo>
                    <a:pt x="1" y="93"/>
                    <a:pt x="28" y="112"/>
                    <a:pt x="56" y="112"/>
                  </a:cubicBezTo>
                  <a:lnTo>
                    <a:pt x="706" y="112"/>
                  </a:lnTo>
                  <a:cubicBezTo>
                    <a:pt x="734" y="112"/>
                    <a:pt x="761" y="93"/>
                    <a:pt x="761" y="56"/>
                  </a:cubicBezTo>
                  <a:cubicBezTo>
                    <a:pt x="761" y="28"/>
                    <a:pt x="734" y="0"/>
                    <a:pt x="7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31" name="Google Shape;531;p20"/>
            <p:cNvSpPr/>
            <p:nvPr/>
          </p:nvSpPr>
          <p:spPr>
            <a:xfrm>
              <a:off x="7972309" y="2041936"/>
              <a:ext cx="25903" cy="25960"/>
            </a:xfrm>
            <a:custGeom>
              <a:avLst/>
              <a:gdLst/>
              <a:ahLst/>
              <a:cxnLst/>
              <a:rect l="l" t="t" r="r" b="b"/>
              <a:pathLst>
                <a:path w="455" h="456" extrusionOk="0">
                  <a:moveTo>
                    <a:pt x="0" y="455"/>
                  </a:moveTo>
                  <a:lnTo>
                    <a:pt x="455" y="1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32" name="Google Shape;532;p20"/>
            <p:cNvSpPr/>
            <p:nvPr/>
          </p:nvSpPr>
          <p:spPr>
            <a:xfrm>
              <a:off x="7969121" y="2039032"/>
              <a:ext cx="32792" cy="32564"/>
            </a:xfrm>
            <a:custGeom>
              <a:avLst/>
              <a:gdLst/>
              <a:ahLst/>
              <a:cxnLst/>
              <a:rect l="l" t="t" r="r" b="b"/>
              <a:pathLst>
                <a:path w="576" h="572" extrusionOk="0">
                  <a:moveTo>
                    <a:pt x="512" y="1"/>
                  </a:moveTo>
                  <a:cubicBezTo>
                    <a:pt x="497" y="1"/>
                    <a:pt x="483" y="5"/>
                    <a:pt x="474" y="14"/>
                  </a:cubicBezTo>
                  <a:lnTo>
                    <a:pt x="19" y="469"/>
                  </a:lnTo>
                  <a:cubicBezTo>
                    <a:pt x="1" y="488"/>
                    <a:pt x="1" y="525"/>
                    <a:pt x="19" y="553"/>
                  </a:cubicBezTo>
                  <a:cubicBezTo>
                    <a:pt x="28" y="562"/>
                    <a:pt x="47" y="571"/>
                    <a:pt x="56" y="571"/>
                  </a:cubicBezTo>
                  <a:cubicBezTo>
                    <a:pt x="75" y="571"/>
                    <a:pt x="93" y="562"/>
                    <a:pt x="103" y="553"/>
                  </a:cubicBezTo>
                  <a:lnTo>
                    <a:pt x="557" y="98"/>
                  </a:lnTo>
                  <a:cubicBezTo>
                    <a:pt x="576" y="70"/>
                    <a:pt x="576" y="33"/>
                    <a:pt x="557" y="14"/>
                  </a:cubicBezTo>
                  <a:cubicBezTo>
                    <a:pt x="543" y="5"/>
                    <a:pt x="527" y="1"/>
                    <a:pt x="51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33" name="Google Shape;533;p20"/>
            <p:cNvSpPr/>
            <p:nvPr/>
          </p:nvSpPr>
          <p:spPr>
            <a:xfrm>
              <a:off x="8038859" y="1975898"/>
              <a:ext cx="25903" cy="25960"/>
            </a:xfrm>
            <a:custGeom>
              <a:avLst/>
              <a:gdLst/>
              <a:ahLst/>
              <a:cxnLst/>
              <a:rect l="l" t="t" r="r" b="b"/>
              <a:pathLst>
                <a:path w="455" h="456" extrusionOk="0">
                  <a:moveTo>
                    <a:pt x="0" y="456"/>
                  </a:moveTo>
                  <a:lnTo>
                    <a:pt x="455" y="1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34" name="Google Shape;534;p20"/>
            <p:cNvSpPr/>
            <p:nvPr/>
          </p:nvSpPr>
          <p:spPr>
            <a:xfrm>
              <a:off x="8035159" y="1972653"/>
              <a:ext cx="33304" cy="32393"/>
            </a:xfrm>
            <a:custGeom>
              <a:avLst/>
              <a:gdLst/>
              <a:ahLst/>
              <a:cxnLst/>
              <a:rect l="l" t="t" r="r" b="b"/>
              <a:pathLst>
                <a:path w="585" h="569" extrusionOk="0">
                  <a:moveTo>
                    <a:pt x="519" y="0"/>
                  </a:moveTo>
                  <a:cubicBezTo>
                    <a:pt x="503" y="0"/>
                    <a:pt x="487" y="7"/>
                    <a:pt x="473" y="21"/>
                  </a:cubicBezTo>
                  <a:lnTo>
                    <a:pt x="28" y="466"/>
                  </a:lnTo>
                  <a:cubicBezTo>
                    <a:pt x="0" y="494"/>
                    <a:pt x="0" y="531"/>
                    <a:pt x="28" y="550"/>
                  </a:cubicBezTo>
                  <a:cubicBezTo>
                    <a:pt x="37" y="568"/>
                    <a:pt x="47" y="568"/>
                    <a:pt x="65" y="568"/>
                  </a:cubicBezTo>
                  <a:cubicBezTo>
                    <a:pt x="84" y="568"/>
                    <a:pt x="93" y="568"/>
                    <a:pt x="112" y="550"/>
                  </a:cubicBezTo>
                  <a:lnTo>
                    <a:pt x="557" y="95"/>
                  </a:lnTo>
                  <a:cubicBezTo>
                    <a:pt x="585" y="77"/>
                    <a:pt x="585" y="39"/>
                    <a:pt x="557" y="21"/>
                  </a:cubicBezTo>
                  <a:cubicBezTo>
                    <a:pt x="548" y="7"/>
                    <a:pt x="534" y="0"/>
                    <a:pt x="5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35" name="Google Shape;535;p20"/>
            <p:cNvSpPr/>
            <p:nvPr/>
          </p:nvSpPr>
          <p:spPr>
            <a:xfrm>
              <a:off x="7972309" y="1975898"/>
              <a:ext cx="25903" cy="25960"/>
            </a:xfrm>
            <a:custGeom>
              <a:avLst/>
              <a:gdLst/>
              <a:ahLst/>
              <a:cxnLst/>
              <a:rect l="l" t="t" r="r" b="b"/>
              <a:pathLst>
                <a:path w="455" h="456" extrusionOk="0">
                  <a:moveTo>
                    <a:pt x="0" y="1"/>
                  </a:moveTo>
                  <a:lnTo>
                    <a:pt x="455" y="456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36" name="Google Shape;536;p20"/>
            <p:cNvSpPr/>
            <p:nvPr/>
          </p:nvSpPr>
          <p:spPr>
            <a:xfrm>
              <a:off x="7969121" y="1972653"/>
              <a:ext cx="32792" cy="32393"/>
            </a:xfrm>
            <a:custGeom>
              <a:avLst/>
              <a:gdLst/>
              <a:ahLst/>
              <a:cxnLst/>
              <a:rect l="l" t="t" r="r" b="b"/>
              <a:pathLst>
                <a:path w="576" h="569" extrusionOk="0">
                  <a:moveTo>
                    <a:pt x="61" y="0"/>
                  </a:moveTo>
                  <a:cubicBezTo>
                    <a:pt x="47" y="0"/>
                    <a:pt x="33" y="7"/>
                    <a:pt x="19" y="21"/>
                  </a:cubicBezTo>
                  <a:cubicBezTo>
                    <a:pt x="1" y="39"/>
                    <a:pt x="1" y="77"/>
                    <a:pt x="19" y="95"/>
                  </a:cubicBezTo>
                  <a:lnTo>
                    <a:pt x="474" y="550"/>
                  </a:lnTo>
                  <a:cubicBezTo>
                    <a:pt x="483" y="568"/>
                    <a:pt x="502" y="568"/>
                    <a:pt x="511" y="568"/>
                  </a:cubicBezTo>
                  <a:cubicBezTo>
                    <a:pt x="529" y="568"/>
                    <a:pt x="548" y="568"/>
                    <a:pt x="557" y="550"/>
                  </a:cubicBezTo>
                  <a:cubicBezTo>
                    <a:pt x="576" y="531"/>
                    <a:pt x="576" y="494"/>
                    <a:pt x="557" y="466"/>
                  </a:cubicBezTo>
                  <a:lnTo>
                    <a:pt x="103" y="21"/>
                  </a:lnTo>
                  <a:cubicBezTo>
                    <a:pt x="89" y="7"/>
                    <a:pt x="75" y="0"/>
                    <a:pt x="6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37" name="Google Shape;537;p20"/>
            <p:cNvSpPr/>
            <p:nvPr/>
          </p:nvSpPr>
          <p:spPr>
            <a:xfrm>
              <a:off x="8038859" y="2041936"/>
              <a:ext cx="25903" cy="25960"/>
            </a:xfrm>
            <a:custGeom>
              <a:avLst/>
              <a:gdLst/>
              <a:ahLst/>
              <a:cxnLst/>
              <a:rect l="l" t="t" r="r" b="b"/>
              <a:pathLst>
                <a:path w="455" h="456" extrusionOk="0">
                  <a:moveTo>
                    <a:pt x="0" y="1"/>
                  </a:moveTo>
                  <a:lnTo>
                    <a:pt x="455" y="455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38" name="Google Shape;538;p20"/>
            <p:cNvSpPr/>
            <p:nvPr/>
          </p:nvSpPr>
          <p:spPr>
            <a:xfrm>
              <a:off x="8035159" y="2039032"/>
              <a:ext cx="33304" cy="32564"/>
            </a:xfrm>
            <a:custGeom>
              <a:avLst/>
              <a:gdLst/>
              <a:ahLst/>
              <a:cxnLst/>
              <a:rect l="l" t="t" r="r" b="b"/>
              <a:pathLst>
                <a:path w="585" h="572" extrusionOk="0">
                  <a:moveTo>
                    <a:pt x="66" y="1"/>
                  </a:moveTo>
                  <a:cubicBezTo>
                    <a:pt x="51" y="1"/>
                    <a:pt x="37" y="5"/>
                    <a:pt x="28" y="14"/>
                  </a:cubicBezTo>
                  <a:cubicBezTo>
                    <a:pt x="0" y="42"/>
                    <a:pt x="0" y="70"/>
                    <a:pt x="28" y="98"/>
                  </a:cubicBezTo>
                  <a:lnTo>
                    <a:pt x="483" y="553"/>
                  </a:lnTo>
                  <a:cubicBezTo>
                    <a:pt x="492" y="562"/>
                    <a:pt x="501" y="571"/>
                    <a:pt x="520" y="571"/>
                  </a:cubicBezTo>
                  <a:cubicBezTo>
                    <a:pt x="529" y="571"/>
                    <a:pt x="548" y="562"/>
                    <a:pt x="557" y="553"/>
                  </a:cubicBezTo>
                  <a:cubicBezTo>
                    <a:pt x="585" y="525"/>
                    <a:pt x="585" y="488"/>
                    <a:pt x="557" y="469"/>
                  </a:cubicBezTo>
                  <a:lnTo>
                    <a:pt x="112" y="14"/>
                  </a:lnTo>
                  <a:cubicBezTo>
                    <a:pt x="98" y="5"/>
                    <a:pt x="81" y="1"/>
                    <a:pt x="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39" name="Google Shape;539;p20"/>
            <p:cNvSpPr/>
            <p:nvPr/>
          </p:nvSpPr>
          <p:spPr>
            <a:xfrm>
              <a:off x="8355158" y="2208282"/>
              <a:ext cx="51294" cy="51294"/>
            </a:xfrm>
            <a:custGeom>
              <a:avLst/>
              <a:gdLst/>
              <a:ahLst/>
              <a:cxnLst/>
              <a:rect l="l" t="t" r="r" b="b"/>
              <a:pathLst>
                <a:path w="901" h="901" extrusionOk="0">
                  <a:moveTo>
                    <a:pt x="455" y="121"/>
                  </a:moveTo>
                  <a:cubicBezTo>
                    <a:pt x="641" y="121"/>
                    <a:pt x="789" y="270"/>
                    <a:pt x="789" y="455"/>
                  </a:cubicBezTo>
                  <a:cubicBezTo>
                    <a:pt x="789" y="641"/>
                    <a:pt x="641" y="789"/>
                    <a:pt x="455" y="789"/>
                  </a:cubicBezTo>
                  <a:cubicBezTo>
                    <a:pt x="270" y="789"/>
                    <a:pt x="121" y="641"/>
                    <a:pt x="121" y="455"/>
                  </a:cubicBezTo>
                  <a:cubicBezTo>
                    <a:pt x="121" y="270"/>
                    <a:pt x="270" y="121"/>
                    <a:pt x="455" y="121"/>
                  </a:cubicBezTo>
                  <a:close/>
                  <a:moveTo>
                    <a:pt x="455" y="1"/>
                  </a:moveTo>
                  <a:cubicBezTo>
                    <a:pt x="205" y="1"/>
                    <a:pt x="1" y="205"/>
                    <a:pt x="1" y="455"/>
                  </a:cubicBezTo>
                  <a:cubicBezTo>
                    <a:pt x="1" y="706"/>
                    <a:pt x="205" y="901"/>
                    <a:pt x="455" y="901"/>
                  </a:cubicBezTo>
                  <a:cubicBezTo>
                    <a:pt x="697" y="901"/>
                    <a:pt x="901" y="706"/>
                    <a:pt x="901" y="455"/>
                  </a:cubicBezTo>
                  <a:cubicBezTo>
                    <a:pt x="901" y="205"/>
                    <a:pt x="697" y="1"/>
                    <a:pt x="45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40" name="Google Shape;540;p20"/>
            <p:cNvSpPr/>
            <p:nvPr/>
          </p:nvSpPr>
          <p:spPr>
            <a:xfrm>
              <a:off x="5739149" y="2773380"/>
              <a:ext cx="32792" cy="32792"/>
            </a:xfrm>
            <a:custGeom>
              <a:avLst/>
              <a:gdLst/>
              <a:ahLst/>
              <a:cxnLst/>
              <a:rect l="l" t="t" r="r" b="b"/>
              <a:pathLst>
                <a:path w="576" h="576" extrusionOk="0">
                  <a:moveTo>
                    <a:pt x="288" y="111"/>
                  </a:moveTo>
                  <a:cubicBezTo>
                    <a:pt x="381" y="111"/>
                    <a:pt x="455" y="186"/>
                    <a:pt x="455" y="288"/>
                  </a:cubicBezTo>
                  <a:cubicBezTo>
                    <a:pt x="455" y="381"/>
                    <a:pt x="381" y="455"/>
                    <a:pt x="288" y="455"/>
                  </a:cubicBezTo>
                  <a:cubicBezTo>
                    <a:pt x="186" y="455"/>
                    <a:pt x="112" y="381"/>
                    <a:pt x="112" y="288"/>
                  </a:cubicBezTo>
                  <a:cubicBezTo>
                    <a:pt x="112" y="186"/>
                    <a:pt x="195" y="111"/>
                    <a:pt x="288" y="111"/>
                  </a:cubicBezTo>
                  <a:close/>
                  <a:moveTo>
                    <a:pt x="288" y="0"/>
                  </a:moveTo>
                  <a:cubicBezTo>
                    <a:pt x="130" y="0"/>
                    <a:pt x="0" y="121"/>
                    <a:pt x="0" y="288"/>
                  </a:cubicBezTo>
                  <a:cubicBezTo>
                    <a:pt x="0" y="445"/>
                    <a:pt x="130" y="575"/>
                    <a:pt x="288" y="575"/>
                  </a:cubicBezTo>
                  <a:cubicBezTo>
                    <a:pt x="446" y="575"/>
                    <a:pt x="576" y="445"/>
                    <a:pt x="576" y="288"/>
                  </a:cubicBezTo>
                  <a:cubicBezTo>
                    <a:pt x="576" y="121"/>
                    <a:pt x="446" y="0"/>
                    <a:pt x="2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41" name="Google Shape;541;p20"/>
            <p:cNvSpPr/>
            <p:nvPr/>
          </p:nvSpPr>
          <p:spPr>
            <a:xfrm>
              <a:off x="6637773" y="1860275"/>
              <a:ext cx="32792" cy="32792"/>
            </a:xfrm>
            <a:custGeom>
              <a:avLst/>
              <a:gdLst/>
              <a:ahLst/>
              <a:cxnLst/>
              <a:rect l="l" t="t" r="r" b="b"/>
              <a:pathLst>
                <a:path w="576" h="576" extrusionOk="0">
                  <a:moveTo>
                    <a:pt x="288" y="121"/>
                  </a:moveTo>
                  <a:cubicBezTo>
                    <a:pt x="380" y="121"/>
                    <a:pt x="455" y="195"/>
                    <a:pt x="455" y="297"/>
                  </a:cubicBezTo>
                  <a:cubicBezTo>
                    <a:pt x="455" y="390"/>
                    <a:pt x="380" y="464"/>
                    <a:pt x="288" y="464"/>
                  </a:cubicBezTo>
                  <a:cubicBezTo>
                    <a:pt x="186" y="464"/>
                    <a:pt x="111" y="390"/>
                    <a:pt x="111" y="297"/>
                  </a:cubicBezTo>
                  <a:cubicBezTo>
                    <a:pt x="111" y="195"/>
                    <a:pt x="195" y="121"/>
                    <a:pt x="288" y="121"/>
                  </a:cubicBezTo>
                  <a:close/>
                  <a:moveTo>
                    <a:pt x="288" y="0"/>
                  </a:moveTo>
                  <a:cubicBezTo>
                    <a:pt x="130" y="0"/>
                    <a:pt x="0" y="130"/>
                    <a:pt x="0" y="288"/>
                  </a:cubicBezTo>
                  <a:cubicBezTo>
                    <a:pt x="0" y="455"/>
                    <a:pt x="130" y="576"/>
                    <a:pt x="288" y="576"/>
                  </a:cubicBezTo>
                  <a:cubicBezTo>
                    <a:pt x="445" y="576"/>
                    <a:pt x="575" y="455"/>
                    <a:pt x="575" y="288"/>
                  </a:cubicBezTo>
                  <a:cubicBezTo>
                    <a:pt x="575" y="130"/>
                    <a:pt x="445" y="0"/>
                    <a:pt x="288" y="0"/>
                  </a:cubicBezTo>
                  <a:close/>
                </a:path>
              </a:pathLst>
            </a:custGeom>
            <a:solidFill>
              <a:srgbClr val="7FD6C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42" name="Google Shape;542;p20"/>
            <p:cNvSpPr/>
            <p:nvPr/>
          </p:nvSpPr>
          <p:spPr>
            <a:xfrm>
              <a:off x="6622459" y="2287528"/>
              <a:ext cx="584671" cy="391621"/>
            </a:xfrm>
            <a:custGeom>
              <a:avLst/>
              <a:gdLst/>
              <a:ahLst/>
              <a:cxnLst/>
              <a:rect l="l" t="t" r="r" b="b"/>
              <a:pathLst>
                <a:path w="10270" h="6879" extrusionOk="0">
                  <a:moveTo>
                    <a:pt x="9963" y="0"/>
                  </a:moveTo>
                  <a:lnTo>
                    <a:pt x="7607" y="1113"/>
                  </a:lnTo>
                  <a:lnTo>
                    <a:pt x="8600" y="1596"/>
                  </a:lnTo>
                  <a:lnTo>
                    <a:pt x="8321" y="2041"/>
                  </a:lnTo>
                  <a:lnTo>
                    <a:pt x="7505" y="3377"/>
                  </a:lnTo>
                  <a:cubicBezTo>
                    <a:pt x="6958" y="4267"/>
                    <a:pt x="6410" y="5158"/>
                    <a:pt x="5872" y="6058"/>
                  </a:cubicBezTo>
                  <a:lnTo>
                    <a:pt x="5826" y="6132"/>
                  </a:lnTo>
                  <a:lnTo>
                    <a:pt x="5390" y="5622"/>
                  </a:lnTo>
                  <a:lnTo>
                    <a:pt x="4360" y="4407"/>
                  </a:lnTo>
                  <a:lnTo>
                    <a:pt x="3330" y="3191"/>
                  </a:lnTo>
                  <a:lnTo>
                    <a:pt x="2811" y="2579"/>
                  </a:lnTo>
                  <a:lnTo>
                    <a:pt x="2551" y="2273"/>
                  </a:lnTo>
                  <a:lnTo>
                    <a:pt x="2523" y="2236"/>
                  </a:lnTo>
                  <a:lnTo>
                    <a:pt x="2505" y="2217"/>
                  </a:lnTo>
                  <a:lnTo>
                    <a:pt x="2486" y="2199"/>
                  </a:lnTo>
                  <a:lnTo>
                    <a:pt x="2468" y="2180"/>
                  </a:lnTo>
                  <a:cubicBezTo>
                    <a:pt x="2412" y="2115"/>
                    <a:pt x="2328" y="2069"/>
                    <a:pt x="2245" y="2041"/>
                  </a:cubicBezTo>
                  <a:cubicBezTo>
                    <a:pt x="2168" y="2013"/>
                    <a:pt x="2085" y="1998"/>
                    <a:pt x="2003" y="1998"/>
                  </a:cubicBezTo>
                  <a:cubicBezTo>
                    <a:pt x="1897" y="1998"/>
                    <a:pt x="1792" y="2022"/>
                    <a:pt x="1698" y="2069"/>
                  </a:cubicBezTo>
                  <a:cubicBezTo>
                    <a:pt x="1623" y="2106"/>
                    <a:pt x="1549" y="2162"/>
                    <a:pt x="1494" y="2227"/>
                  </a:cubicBezTo>
                  <a:cubicBezTo>
                    <a:pt x="1484" y="2245"/>
                    <a:pt x="1466" y="2264"/>
                    <a:pt x="1456" y="2282"/>
                  </a:cubicBezTo>
                  <a:lnTo>
                    <a:pt x="1447" y="2301"/>
                  </a:lnTo>
                  <a:lnTo>
                    <a:pt x="1438" y="2310"/>
                  </a:lnTo>
                  <a:lnTo>
                    <a:pt x="1419" y="2356"/>
                  </a:lnTo>
                  <a:lnTo>
                    <a:pt x="1317" y="2523"/>
                  </a:lnTo>
                  <a:lnTo>
                    <a:pt x="1132" y="2867"/>
                  </a:lnTo>
                  <a:lnTo>
                    <a:pt x="761" y="3553"/>
                  </a:lnTo>
                  <a:lnTo>
                    <a:pt x="0" y="4917"/>
                  </a:lnTo>
                  <a:lnTo>
                    <a:pt x="668" y="5195"/>
                  </a:lnTo>
                  <a:lnTo>
                    <a:pt x="1429" y="3831"/>
                  </a:lnTo>
                  <a:lnTo>
                    <a:pt x="1809" y="3145"/>
                  </a:lnTo>
                  <a:lnTo>
                    <a:pt x="1995" y="2811"/>
                  </a:lnTo>
                  <a:lnTo>
                    <a:pt x="2022" y="2755"/>
                  </a:lnTo>
                  <a:lnTo>
                    <a:pt x="2199" y="2969"/>
                  </a:lnTo>
                  <a:lnTo>
                    <a:pt x="2718" y="3572"/>
                  </a:lnTo>
                  <a:lnTo>
                    <a:pt x="3748" y="4787"/>
                  </a:lnTo>
                  <a:lnTo>
                    <a:pt x="4778" y="6002"/>
                  </a:lnTo>
                  <a:lnTo>
                    <a:pt x="5297" y="6614"/>
                  </a:lnTo>
                  <a:lnTo>
                    <a:pt x="5325" y="6652"/>
                  </a:lnTo>
                  <a:lnTo>
                    <a:pt x="5343" y="6670"/>
                  </a:lnTo>
                  <a:lnTo>
                    <a:pt x="5362" y="6689"/>
                  </a:lnTo>
                  <a:cubicBezTo>
                    <a:pt x="5381" y="6707"/>
                    <a:pt x="5390" y="6717"/>
                    <a:pt x="5408" y="6735"/>
                  </a:cubicBezTo>
                  <a:cubicBezTo>
                    <a:pt x="5473" y="6781"/>
                    <a:pt x="5557" y="6828"/>
                    <a:pt x="5640" y="6846"/>
                  </a:cubicBezTo>
                  <a:cubicBezTo>
                    <a:pt x="5708" y="6868"/>
                    <a:pt x="5778" y="6878"/>
                    <a:pt x="5848" y="6878"/>
                  </a:cubicBezTo>
                  <a:cubicBezTo>
                    <a:pt x="5961" y="6878"/>
                    <a:pt x="6072" y="6851"/>
                    <a:pt x="6169" y="6800"/>
                  </a:cubicBezTo>
                  <a:cubicBezTo>
                    <a:pt x="6243" y="6754"/>
                    <a:pt x="6317" y="6698"/>
                    <a:pt x="6364" y="6633"/>
                  </a:cubicBezTo>
                  <a:cubicBezTo>
                    <a:pt x="6373" y="6614"/>
                    <a:pt x="6392" y="6596"/>
                    <a:pt x="6401" y="6587"/>
                  </a:cubicBezTo>
                  <a:lnTo>
                    <a:pt x="6410" y="6559"/>
                  </a:lnTo>
                  <a:lnTo>
                    <a:pt x="6438" y="6522"/>
                  </a:lnTo>
                  <a:lnTo>
                    <a:pt x="6540" y="6355"/>
                  </a:lnTo>
                  <a:cubicBezTo>
                    <a:pt x="7078" y="5455"/>
                    <a:pt x="7607" y="4564"/>
                    <a:pt x="8145" y="3664"/>
                  </a:cubicBezTo>
                  <a:lnTo>
                    <a:pt x="8952" y="2319"/>
                  </a:lnTo>
                  <a:lnTo>
                    <a:pt x="9203" y="1902"/>
                  </a:lnTo>
                  <a:lnTo>
                    <a:pt x="10269" y="2486"/>
                  </a:lnTo>
                  <a:lnTo>
                    <a:pt x="9963" y="0"/>
                  </a:ln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43" name="Google Shape;543;p20"/>
            <p:cNvSpPr/>
            <p:nvPr/>
          </p:nvSpPr>
          <p:spPr>
            <a:xfrm>
              <a:off x="6619783" y="2282746"/>
              <a:ext cx="591560" cy="399876"/>
            </a:xfrm>
            <a:custGeom>
              <a:avLst/>
              <a:gdLst/>
              <a:ahLst/>
              <a:cxnLst/>
              <a:rect l="l" t="t" r="r" b="b"/>
              <a:pathLst>
                <a:path w="10391" h="7024" extrusionOk="0">
                  <a:moveTo>
                    <a:pt x="10057" y="1"/>
                  </a:moveTo>
                  <a:lnTo>
                    <a:pt x="7515" y="1197"/>
                  </a:lnTo>
                  <a:lnTo>
                    <a:pt x="8563" y="1698"/>
                  </a:lnTo>
                  <a:lnTo>
                    <a:pt x="7506" y="3433"/>
                  </a:lnTo>
                  <a:cubicBezTo>
                    <a:pt x="7339" y="3702"/>
                    <a:pt x="7172" y="3971"/>
                    <a:pt x="7005" y="4240"/>
                  </a:cubicBezTo>
                  <a:cubicBezTo>
                    <a:pt x="6633" y="4852"/>
                    <a:pt x="6244" y="5483"/>
                    <a:pt x="5873" y="6105"/>
                  </a:cubicBezTo>
                  <a:lnTo>
                    <a:pt x="5864" y="6123"/>
                  </a:lnTo>
                  <a:lnTo>
                    <a:pt x="2645" y="2320"/>
                  </a:lnTo>
                  <a:lnTo>
                    <a:pt x="2561" y="2218"/>
                  </a:lnTo>
                  <a:cubicBezTo>
                    <a:pt x="2487" y="2153"/>
                    <a:pt x="2403" y="2097"/>
                    <a:pt x="2311" y="2069"/>
                  </a:cubicBezTo>
                  <a:cubicBezTo>
                    <a:pt x="2227" y="2038"/>
                    <a:pt x="2141" y="2023"/>
                    <a:pt x="2055" y="2023"/>
                  </a:cubicBezTo>
                  <a:cubicBezTo>
                    <a:pt x="1940" y="2023"/>
                    <a:pt x="1827" y="2049"/>
                    <a:pt x="1726" y="2097"/>
                  </a:cubicBezTo>
                  <a:cubicBezTo>
                    <a:pt x="1633" y="2144"/>
                    <a:pt x="1550" y="2209"/>
                    <a:pt x="1494" y="2274"/>
                  </a:cubicBezTo>
                  <a:cubicBezTo>
                    <a:pt x="1485" y="2292"/>
                    <a:pt x="1476" y="2311"/>
                    <a:pt x="1457" y="2338"/>
                  </a:cubicBezTo>
                  <a:lnTo>
                    <a:pt x="1" y="4973"/>
                  </a:lnTo>
                  <a:lnTo>
                    <a:pt x="103" y="5029"/>
                  </a:lnTo>
                  <a:lnTo>
                    <a:pt x="1513" y="2468"/>
                  </a:lnTo>
                  <a:lnTo>
                    <a:pt x="1559" y="2385"/>
                  </a:lnTo>
                  <a:cubicBezTo>
                    <a:pt x="1568" y="2376"/>
                    <a:pt x="1578" y="2366"/>
                    <a:pt x="1587" y="2348"/>
                  </a:cubicBezTo>
                  <a:cubicBezTo>
                    <a:pt x="1633" y="2292"/>
                    <a:pt x="1698" y="2236"/>
                    <a:pt x="1773" y="2199"/>
                  </a:cubicBezTo>
                  <a:cubicBezTo>
                    <a:pt x="1857" y="2157"/>
                    <a:pt x="1954" y="2136"/>
                    <a:pt x="2053" y="2136"/>
                  </a:cubicBezTo>
                  <a:cubicBezTo>
                    <a:pt x="2127" y="2136"/>
                    <a:pt x="2202" y="2148"/>
                    <a:pt x="2273" y="2171"/>
                  </a:cubicBezTo>
                  <a:cubicBezTo>
                    <a:pt x="2348" y="2199"/>
                    <a:pt x="2422" y="2246"/>
                    <a:pt x="2478" y="2301"/>
                  </a:cubicBezTo>
                  <a:lnTo>
                    <a:pt x="5882" y="6318"/>
                  </a:lnTo>
                  <a:lnTo>
                    <a:pt x="5966" y="6170"/>
                  </a:lnTo>
                  <a:cubicBezTo>
                    <a:pt x="6346" y="5548"/>
                    <a:pt x="6726" y="4917"/>
                    <a:pt x="7107" y="4305"/>
                  </a:cubicBezTo>
                  <a:cubicBezTo>
                    <a:pt x="7274" y="4036"/>
                    <a:pt x="7431" y="3767"/>
                    <a:pt x="7598" y="3489"/>
                  </a:cubicBezTo>
                  <a:lnTo>
                    <a:pt x="8730" y="1652"/>
                  </a:lnTo>
                  <a:lnTo>
                    <a:pt x="7784" y="1197"/>
                  </a:lnTo>
                  <a:lnTo>
                    <a:pt x="9964" y="177"/>
                  </a:lnTo>
                  <a:lnTo>
                    <a:pt x="10242" y="2468"/>
                  </a:lnTo>
                  <a:lnTo>
                    <a:pt x="9222" y="1912"/>
                  </a:lnTo>
                  <a:lnTo>
                    <a:pt x="8146" y="3721"/>
                  </a:lnTo>
                  <a:lnTo>
                    <a:pt x="7654" y="4537"/>
                  </a:lnTo>
                  <a:cubicBezTo>
                    <a:pt x="7292" y="5149"/>
                    <a:pt x="6912" y="5789"/>
                    <a:pt x="6531" y="6411"/>
                  </a:cubicBezTo>
                  <a:lnTo>
                    <a:pt x="6392" y="6634"/>
                  </a:lnTo>
                  <a:cubicBezTo>
                    <a:pt x="6383" y="6652"/>
                    <a:pt x="6374" y="6671"/>
                    <a:pt x="6364" y="6680"/>
                  </a:cubicBezTo>
                  <a:cubicBezTo>
                    <a:pt x="6318" y="6745"/>
                    <a:pt x="6253" y="6791"/>
                    <a:pt x="6188" y="6828"/>
                  </a:cubicBezTo>
                  <a:cubicBezTo>
                    <a:pt x="6100" y="6875"/>
                    <a:pt x="5997" y="6900"/>
                    <a:pt x="5891" y="6900"/>
                  </a:cubicBezTo>
                  <a:cubicBezTo>
                    <a:pt x="5830" y="6900"/>
                    <a:pt x="5767" y="6892"/>
                    <a:pt x="5706" y="6875"/>
                  </a:cubicBezTo>
                  <a:cubicBezTo>
                    <a:pt x="5632" y="6856"/>
                    <a:pt x="5557" y="6819"/>
                    <a:pt x="5492" y="6773"/>
                  </a:cubicBezTo>
                  <a:cubicBezTo>
                    <a:pt x="5483" y="6754"/>
                    <a:pt x="5465" y="6745"/>
                    <a:pt x="5455" y="6736"/>
                  </a:cubicBezTo>
                  <a:lnTo>
                    <a:pt x="2060" y="2737"/>
                  </a:lnTo>
                  <a:lnTo>
                    <a:pt x="659" y="5251"/>
                  </a:lnTo>
                  <a:lnTo>
                    <a:pt x="761" y="5307"/>
                  </a:lnTo>
                  <a:lnTo>
                    <a:pt x="2079" y="2941"/>
                  </a:lnTo>
                  <a:lnTo>
                    <a:pt x="5298" y="6736"/>
                  </a:lnTo>
                  <a:lnTo>
                    <a:pt x="5372" y="6819"/>
                  </a:lnTo>
                  <a:cubicBezTo>
                    <a:pt x="5390" y="6828"/>
                    <a:pt x="5400" y="6847"/>
                    <a:pt x="5418" y="6865"/>
                  </a:cubicBezTo>
                  <a:cubicBezTo>
                    <a:pt x="5492" y="6921"/>
                    <a:pt x="5585" y="6967"/>
                    <a:pt x="5678" y="6995"/>
                  </a:cubicBezTo>
                  <a:cubicBezTo>
                    <a:pt x="5743" y="7014"/>
                    <a:pt x="5817" y="7023"/>
                    <a:pt x="5882" y="7023"/>
                  </a:cubicBezTo>
                  <a:cubicBezTo>
                    <a:pt x="6012" y="7023"/>
                    <a:pt x="6133" y="6995"/>
                    <a:pt x="6244" y="6930"/>
                  </a:cubicBezTo>
                  <a:cubicBezTo>
                    <a:pt x="6327" y="6884"/>
                    <a:pt x="6402" y="6819"/>
                    <a:pt x="6457" y="6754"/>
                  </a:cubicBezTo>
                  <a:cubicBezTo>
                    <a:pt x="6467" y="6736"/>
                    <a:pt x="6485" y="6717"/>
                    <a:pt x="6494" y="6698"/>
                  </a:cubicBezTo>
                  <a:lnTo>
                    <a:pt x="6633" y="6467"/>
                  </a:lnTo>
                  <a:cubicBezTo>
                    <a:pt x="7014" y="5845"/>
                    <a:pt x="7394" y="5205"/>
                    <a:pt x="7756" y="4593"/>
                  </a:cubicBezTo>
                  <a:lnTo>
                    <a:pt x="8248" y="3776"/>
                  </a:lnTo>
                  <a:lnTo>
                    <a:pt x="9268" y="2060"/>
                  </a:lnTo>
                  <a:lnTo>
                    <a:pt x="10391" y="2682"/>
                  </a:lnTo>
                  <a:lnTo>
                    <a:pt x="1005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44" name="Google Shape;544;p20"/>
            <p:cNvSpPr/>
            <p:nvPr/>
          </p:nvSpPr>
          <p:spPr>
            <a:xfrm>
              <a:off x="6175621" y="2313943"/>
              <a:ext cx="289489" cy="289432"/>
            </a:xfrm>
            <a:custGeom>
              <a:avLst/>
              <a:gdLst/>
              <a:ahLst/>
              <a:cxnLst/>
              <a:rect l="l" t="t" r="r" b="b"/>
              <a:pathLst>
                <a:path w="5085" h="5084" extrusionOk="0">
                  <a:moveTo>
                    <a:pt x="2543" y="0"/>
                  </a:moveTo>
                  <a:cubicBezTo>
                    <a:pt x="1142" y="0"/>
                    <a:pt x="1" y="1141"/>
                    <a:pt x="1" y="2542"/>
                  </a:cubicBezTo>
                  <a:cubicBezTo>
                    <a:pt x="1" y="3952"/>
                    <a:pt x="1142" y="5084"/>
                    <a:pt x="2543" y="5084"/>
                  </a:cubicBezTo>
                  <a:cubicBezTo>
                    <a:pt x="3944" y="5084"/>
                    <a:pt x="5085" y="3952"/>
                    <a:pt x="5085" y="2542"/>
                  </a:cubicBezTo>
                  <a:lnTo>
                    <a:pt x="2543" y="2542"/>
                  </a:lnTo>
                  <a:lnTo>
                    <a:pt x="254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45" name="Google Shape;545;p20"/>
            <p:cNvSpPr/>
            <p:nvPr/>
          </p:nvSpPr>
          <p:spPr>
            <a:xfrm>
              <a:off x="6172490" y="2310755"/>
              <a:ext cx="295808" cy="295808"/>
            </a:xfrm>
            <a:custGeom>
              <a:avLst/>
              <a:gdLst/>
              <a:ahLst/>
              <a:cxnLst/>
              <a:rect l="l" t="t" r="r" b="b"/>
              <a:pathLst>
                <a:path w="5196" h="5196" extrusionOk="0">
                  <a:moveTo>
                    <a:pt x="2542" y="121"/>
                  </a:moveTo>
                  <a:lnTo>
                    <a:pt x="2542" y="2598"/>
                  </a:lnTo>
                  <a:cubicBezTo>
                    <a:pt x="2542" y="2635"/>
                    <a:pt x="2570" y="2663"/>
                    <a:pt x="2598" y="2663"/>
                  </a:cubicBezTo>
                  <a:lnTo>
                    <a:pt x="5084" y="2663"/>
                  </a:lnTo>
                  <a:cubicBezTo>
                    <a:pt x="5047" y="3999"/>
                    <a:pt x="3952" y="5084"/>
                    <a:pt x="2598" y="5084"/>
                  </a:cubicBezTo>
                  <a:cubicBezTo>
                    <a:pt x="1234" y="5084"/>
                    <a:pt x="121" y="3971"/>
                    <a:pt x="121" y="2598"/>
                  </a:cubicBezTo>
                  <a:cubicBezTo>
                    <a:pt x="121" y="1253"/>
                    <a:pt x="1197" y="149"/>
                    <a:pt x="2542" y="121"/>
                  </a:cubicBezTo>
                  <a:close/>
                  <a:moveTo>
                    <a:pt x="2598" y="0"/>
                  </a:moveTo>
                  <a:cubicBezTo>
                    <a:pt x="1169" y="0"/>
                    <a:pt x="0" y="1169"/>
                    <a:pt x="0" y="2598"/>
                  </a:cubicBezTo>
                  <a:cubicBezTo>
                    <a:pt x="0" y="4036"/>
                    <a:pt x="1169" y="5195"/>
                    <a:pt x="2598" y="5195"/>
                  </a:cubicBezTo>
                  <a:cubicBezTo>
                    <a:pt x="4036" y="5195"/>
                    <a:pt x="5195" y="4036"/>
                    <a:pt x="5195" y="2598"/>
                  </a:cubicBezTo>
                  <a:cubicBezTo>
                    <a:pt x="5195" y="2570"/>
                    <a:pt x="5177" y="2542"/>
                    <a:pt x="5140" y="2542"/>
                  </a:cubicBezTo>
                  <a:lnTo>
                    <a:pt x="2653" y="2542"/>
                  </a:lnTo>
                  <a:lnTo>
                    <a:pt x="2653" y="56"/>
                  </a:lnTo>
                  <a:cubicBezTo>
                    <a:pt x="2653" y="28"/>
                    <a:pt x="2635" y="0"/>
                    <a:pt x="259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46" name="Google Shape;546;p20"/>
            <p:cNvSpPr/>
            <p:nvPr/>
          </p:nvSpPr>
          <p:spPr>
            <a:xfrm>
              <a:off x="6359445" y="2342407"/>
              <a:ext cx="77653" cy="77709"/>
            </a:xfrm>
            <a:custGeom>
              <a:avLst/>
              <a:gdLst/>
              <a:ahLst/>
              <a:cxnLst/>
              <a:rect l="l" t="t" r="r" b="b"/>
              <a:pathLst>
                <a:path w="1364" h="1365" extrusionOk="0">
                  <a:moveTo>
                    <a:pt x="0" y="1"/>
                  </a:moveTo>
                  <a:lnTo>
                    <a:pt x="0" y="1365"/>
                  </a:lnTo>
                  <a:lnTo>
                    <a:pt x="1364" y="1365"/>
                  </a:lnTo>
                  <a:cubicBezTo>
                    <a:pt x="1364" y="604"/>
                    <a:pt x="752" y="1"/>
                    <a:pt x="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47" name="Google Shape;547;p20"/>
            <p:cNvSpPr/>
            <p:nvPr/>
          </p:nvSpPr>
          <p:spPr>
            <a:xfrm>
              <a:off x="6356257" y="2338764"/>
              <a:ext cx="84029" cy="84541"/>
            </a:xfrm>
            <a:custGeom>
              <a:avLst/>
              <a:gdLst/>
              <a:ahLst/>
              <a:cxnLst/>
              <a:rect l="l" t="t" r="r" b="b"/>
              <a:pathLst>
                <a:path w="1476" h="1485" extrusionOk="0">
                  <a:moveTo>
                    <a:pt x="112" y="121"/>
                  </a:moveTo>
                  <a:cubicBezTo>
                    <a:pt x="789" y="148"/>
                    <a:pt x="1327" y="696"/>
                    <a:pt x="1355" y="1364"/>
                  </a:cubicBezTo>
                  <a:lnTo>
                    <a:pt x="112" y="1364"/>
                  </a:lnTo>
                  <a:lnTo>
                    <a:pt x="112" y="121"/>
                  </a:lnTo>
                  <a:close/>
                  <a:moveTo>
                    <a:pt x="1" y="0"/>
                  </a:moveTo>
                  <a:lnTo>
                    <a:pt x="1" y="1484"/>
                  </a:lnTo>
                  <a:lnTo>
                    <a:pt x="1476" y="1484"/>
                  </a:lnTo>
                  <a:lnTo>
                    <a:pt x="1476" y="1429"/>
                  </a:lnTo>
                  <a:cubicBezTo>
                    <a:pt x="1476" y="640"/>
                    <a:pt x="835" y="0"/>
                    <a:pt x="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48" name="Google Shape;548;p20"/>
            <p:cNvSpPr/>
            <p:nvPr/>
          </p:nvSpPr>
          <p:spPr>
            <a:xfrm>
              <a:off x="6631966" y="2285421"/>
              <a:ext cx="584671" cy="391223"/>
            </a:xfrm>
            <a:custGeom>
              <a:avLst/>
              <a:gdLst/>
              <a:ahLst/>
              <a:cxnLst/>
              <a:rect l="l" t="t" r="r" b="b"/>
              <a:pathLst>
                <a:path w="10270" h="6872" extrusionOk="0">
                  <a:moveTo>
                    <a:pt x="9963" y="0"/>
                  </a:moveTo>
                  <a:lnTo>
                    <a:pt x="7598" y="1113"/>
                  </a:lnTo>
                  <a:lnTo>
                    <a:pt x="8600" y="1586"/>
                  </a:lnTo>
                  <a:lnTo>
                    <a:pt x="8321" y="2032"/>
                  </a:lnTo>
                  <a:lnTo>
                    <a:pt x="7505" y="3377"/>
                  </a:lnTo>
                  <a:cubicBezTo>
                    <a:pt x="6958" y="4267"/>
                    <a:pt x="6410" y="5158"/>
                    <a:pt x="5872" y="6048"/>
                  </a:cubicBezTo>
                  <a:lnTo>
                    <a:pt x="5826" y="6132"/>
                  </a:lnTo>
                  <a:lnTo>
                    <a:pt x="5390" y="5612"/>
                  </a:lnTo>
                  <a:lnTo>
                    <a:pt x="4351" y="4397"/>
                  </a:lnTo>
                  <a:lnTo>
                    <a:pt x="3321" y="3182"/>
                  </a:lnTo>
                  <a:lnTo>
                    <a:pt x="2811" y="2579"/>
                  </a:lnTo>
                  <a:lnTo>
                    <a:pt x="2551" y="2273"/>
                  </a:lnTo>
                  <a:lnTo>
                    <a:pt x="2514" y="2236"/>
                  </a:lnTo>
                  <a:lnTo>
                    <a:pt x="2505" y="2217"/>
                  </a:lnTo>
                  <a:lnTo>
                    <a:pt x="2486" y="2199"/>
                  </a:lnTo>
                  <a:lnTo>
                    <a:pt x="2468" y="2171"/>
                  </a:lnTo>
                  <a:cubicBezTo>
                    <a:pt x="2403" y="2115"/>
                    <a:pt x="2328" y="2069"/>
                    <a:pt x="2236" y="2032"/>
                  </a:cubicBezTo>
                  <a:cubicBezTo>
                    <a:pt x="2166" y="2005"/>
                    <a:pt x="2090" y="1992"/>
                    <a:pt x="2012" y="1992"/>
                  </a:cubicBezTo>
                  <a:cubicBezTo>
                    <a:pt x="1905" y="1992"/>
                    <a:pt x="1795" y="2016"/>
                    <a:pt x="1698" y="2060"/>
                  </a:cubicBezTo>
                  <a:cubicBezTo>
                    <a:pt x="1614" y="2097"/>
                    <a:pt x="1540" y="2162"/>
                    <a:pt x="1494" y="2227"/>
                  </a:cubicBezTo>
                  <a:cubicBezTo>
                    <a:pt x="1475" y="2245"/>
                    <a:pt x="1466" y="2254"/>
                    <a:pt x="1456" y="2273"/>
                  </a:cubicBezTo>
                  <a:lnTo>
                    <a:pt x="1438" y="2301"/>
                  </a:lnTo>
                  <a:lnTo>
                    <a:pt x="1438" y="2310"/>
                  </a:lnTo>
                  <a:lnTo>
                    <a:pt x="1410" y="2356"/>
                  </a:lnTo>
                  <a:lnTo>
                    <a:pt x="1317" y="2523"/>
                  </a:lnTo>
                  <a:lnTo>
                    <a:pt x="1132" y="2867"/>
                  </a:lnTo>
                  <a:lnTo>
                    <a:pt x="751" y="3544"/>
                  </a:lnTo>
                  <a:lnTo>
                    <a:pt x="0" y="4917"/>
                  </a:lnTo>
                  <a:lnTo>
                    <a:pt x="668" y="5186"/>
                  </a:lnTo>
                  <a:lnTo>
                    <a:pt x="1429" y="3822"/>
                  </a:lnTo>
                  <a:lnTo>
                    <a:pt x="1809" y="3145"/>
                  </a:lnTo>
                  <a:lnTo>
                    <a:pt x="1995" y="2802"/>
                  </a:lnTo>
                  <a:lnTo>
                    <a:pt x="2022" y="2755"/>
                  </a:lnTo>
                  <a:lnTo>
                    <a:pt x="2199" y="2959"/>
                  </a:lnTo>
                  <a:lnTo>
                    <a:pt x="2718" y="3572"/>
                  </a:lnTo>
                  <a:lnTo>
                    <a:pt x="3748" y="4787"/>
                  </a:lnTo>
                  <a:lnTo>
                    <a:pt x="4778" y="6002"/>
                  </a:lnTo>
                  <a:lnTo>
                    <a:pt x="5297" y="6605"/>
                  </a:lnTo>
                  <a:lnTo>
                    <a:pt x="5325" y="6651"/>
                  </a:lnTo>
                  <a:lnTo>
                    <a:pt x="5343" y="6661"/>
                  </a:lnTo>
                  <a:lnTo>
                    <a:pt x="5362" y="6689"/>
                  </a:lnTo>
                  <a:cubicBezTo>
                    <a:pt x="5371" y="6698"/>
                    <a:pt x="5390" y="6716"/>
                    <a:pt x="5408" y="6726"/>
                  </a:cubicBezTo>
                  <a:cubicBezTo>
                    <a:pt x="5473" y="6781"/>
                    <a:pt x="5557" y="6818"/>
                    <a:pt x="5640" y="6846"/>
                  </a:cubicBezTo>
                  <a:cubicBezTo>
                    <a:pt x="5703" y="6863"/>
                    <a:pt x="5769" y="6871"/>
                    <a:pt x="5834" y="6871"/>
                  </a:cubicBezTo>
                  <a:cubicBezTo>
                    <a:pt x="5951" y="6871"/>
                    <a:pt x="6068" y="6844"/>
                    <a:pt x="6169" y="6791"/>
                  </a:cubicBezTo>
                  <a:cubicBezTo>
                    <a:pt x="6243" y="6754"/>
                    <a:pt x="6308" y="6689"/>
                    <a:pt x="6364" y="6624"/>
                  </a:cubicBezTo>
                  <a:cubicBezTo>
                    <a:pt x="6373" y="6614"/>
                    <a:pt x="6382" y="6596"/>
                    <a:pt x="6392" y="6577"/>
                  </a:cubicBezTo>
                  <a:lnTo>
                    <a:pt x="6410" y="6559"/>
                  </a:lnTo>
                  <a:lnTo>
                    <a:pt x="6429" y="6512"/>
                  </a:lnTo>
                  <a:lnTo>
                    <a:pt x="6531" y="6345"/>
                  </a:lnTo>
                  <a:cubicBezTo>
                    <a:pt x="7078" y="5455"/>
                    <a:pt x="7607" y="4555"/>
                    <a:pt x="8145" y="3664"/>
                  </a:cubicBezTo>
                  <a:lnTo>
                    <a:pt x="8952" y="2319"/>
                  </a:lnTo>
                  <a:lnTo>
                    <a:pt x="9193" y="1902"/>
                  </a:lnTo>
                  <a:lnTo>
                    <a:pt x="10269" y="2486"/>
                  </a:lnTo>
                  <a:lnTo>
                    <a:pt x="10269" y="2486"/>
                  </a:lnTo>
                  <a:lnTo>
                    <a:pt x="996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49" name="Google Shape;549;p20"/>
            <p:cNvSpPr/>
            <p:nvPr/>
          </p:nvSpPr>
          <p:spPr>
            <a:xfrm>
              <a:off x="6629290" y="2280127"/>
              <a:ext cx="591047" cy="399819"/>
            </a:xfrm>
            <a:custGeom>
              <a:avLst/>
              <a:gdLst/>
              <a:ahLst/>
              <a:cxnLst/>
              <a:rect l="l" t="t" r="r" b="b"/>
              <a:pathLst>
                <a:path w="10382" h="7023" extrusionOk="0">
                  <a:moveTo>
                    <a:pt x="10057" y="0"/>
                  </a:moveTo>
                  <a:lnTo>
                    <a:pt x="7515" y="1206"/>
                  </a:lnTo>
                  <a:lnTo>
                    <a:pt x="8563" y="1707"/>
                  </a:lnTo>
                  <a:lnTo>
                    <a:pt x="7496" y="3433"/>
                  </a:lnTo>
                  <a:cubicBezTo>
                    <a:pt x="7329" y="3711"/>
                    <a:pt x="7162" y="3980"/>
                    <a:pt x="6995" y="4258"/>
                  </a:cubicBezTo>
                  <a:cubicBezTo>
                    <a:pt x="6624" y="4861"/>
                    <a:pt x="6244" y="5492"/>
                    <a:pt x="5864" y="6114"/>
                  </a:cubicBezTo>
                  <a:lnTo>
                    <a:pt x="5864" y="6123"/>
                  </a:lnTo>
                  <a:lnTo>
                    <a:pt x="2644" y="2329"/>
                  </a:lnTo>
                  <a:lnTo>
                    <a:pt x="2552" y="2227"/>
                  </a:lnTo>
                  <a:cubicBezTo>
                    <a:pt x="2487" y="2162"/>
                    <a:pt x="2403" y="2106"/>
                    <a:pt x="2301" y="2069"/>
                  </a:cubicBezTo>
                  <a:cubicBezTo>
                    <a:pt x="2222" y="2041"/>
                    <a:pt x="2138" y="2027"/>
                    <a:pt x="2053" y="2027"/>
                  </a:cubicBezTo>
                  <a:cubicBezTo>
                    <a:pt x="1939" y="2027"/>
                    <a:pt x="1823" y="2053"/>
                    <a:pt x="1717" y="2106"/>
                  </a:cubicBezTo>
                  <a:cubicBezTo>
                    <a:pt x="1633" y="2143"/>
                    <a:pt x="1550" y="2208"/>
                    <a:pt x="1494" y="2282"/>
                  </a:cubicBezTo>
                  <a:cubicBezTo>
                    <a:pt x="1485" y="2301"/>
                    <a:pt x="1466" y="2310"/>
                    <a:pt x="1457" y="2329"/>
                  </a:cubicBezTo>
                  <a:lnTo>
                    <a:pt x="1" y="4982"/>
                  </a:lnTo>
                  <a:lnTo>
                    <a:pt x="103" y="5038"/>
                  </a:lnTo>
                  <a:lnTo>
                    <a:pt x="1513" y="2477"/>
                  </a:lnTo>
                  <a:lnTo>
                    <a:pt x="1559" y="2394"/>
                  </a:lnTo>
                  <a:cubicBezTo>
                    <a:pt x="1568" y="2384"/>
                    <a:pt x="1578" y="2366"/>
                    <a:pt x="1587" y="2357"/>
                  </a:cubicBezTo>
                  <a:cubicBezTo>
                    <a:pt x="1633" y="2292"/>
                    <a:pt x="1698" y="2245"/>
                    <a:pt x="1772" y="2208"/>
                  </a:cubicBezTo>
                  <a:cubicBezTo>
                    <a:pt x="1857" y="2166"/>
                    <a:pt x="1954" y="2145"/>
                    <a:pt x="2051" y="2145"/>
                  </a:cubicBezTo>
                  <a:cubicBezTo>
                    <a:pt x="2124" y="2145"/>
                    <a:pt x="2197" y="2157"/>
                    <a:pt x="2264" y="2180"/>
                  </a:cubicBezTo>
                  <a:cubicBezTo>
                    <a:pt x="2348" y="2208"/>
                    <a:pt x="2413" y="2255"/>
                    <a:pt x="2468" y="2310"/>
                  </a:cubicBezTo>
                  <a:lnTo>
                    <a:pt x="5873" y="6327"/>
                  </a:lnTo>
                  <a:lnTo>
                    <a:pt x="5966" y="6179"/>
                  </a:lnTo>
                  <a:cubicBezTo>
                    <a:pt x="6337" y="5557"/>
                    <a:pt x="6726" y="4926"/>
                    <a:pt x="7097" y="4314"/>
                  </a:cubicBezTo>
                  <a:cubicBezTo>
                    <a:pt x="7264" y="4045"/>
                    <a:pt x="7431" y="3767"/>
                    <a:pt x="7598" y="3498"/>
                  </a:cubicBezTo>
                  <a:lnTo>
                    <a:pt x="8730" y="1661"/>
                  </a:lnTo>
                  <a:lnTo>
                    <a:pt x="7784" y="1206"/>
                  </a:lnTo>
                  <a:lnTo>
                    <a:pt x="9964" y="177"/>
                  </a:lnTo>
                  <a:lnTo>
                    <a:pt x="10242" y="2477"/>
                  </a:lnTo>
                  <a:lnTo>
                    <a:pt x="10242" y="2477"/>
                  </a:lnTo>
                  <a:lnTo>
                    <a:pt x="9222" y="1911"/>
                  </a:lnTo>
                  <a:lnTo>
                    <a:pt x="8146" y="3730"/>
                  </a:lnTo>
                  <a:cubicBezTo>
                    <a:pt x="7979" y="3999"/>
                    <a:pt x="7812" y="4277"/>
                    <a:pt x="7654" y="4546"/>
                  </a:cubicBezTo>
                  <a:cubicBezTo>
                    <a:pt x="7283" y="5158"/>
                    <a:pt x="6912" y="5789"/>
                    <a:pt x="6531" y="6411"/>
                  </a:cubicBezTo>
                  <a:lnTo>
                    <a:pt x="6392" y="6642"/>
                  </a:lnTo>
                  <a:cubicBezTo>
                    <a:pt x="6383" y="6661"/>
                    <a:pt x="6374" y="6670"/>
                    <a:pt x="6364" y="6689"/>
                  </a:cubicBezTo>
                  <a:cubicBezTo>
                    <a:pt x="6318" y="6744"/>
                    <a:pt x="6253" y="6800"/>
                    <a:pt x="6188" y="6837"/>
                  </a:cubicBezTo>
                  <a:cubicBezTo>
                    <a:pt x="6094" y="6884"/>
                    <a:pt x="5993" y="6909"/>
                    <a:pt x="5889" y="6909"/>
                  </a:cubicBezTo>
                  <a:cubicBezTo>
                    <a:pt x="5828" y="6909"/>
                    <a:pt x="5767" y="6901"/>
                    <a:pt x="5706" y="6884"/>
                  </a:cubicBezTo>
                  <a:cubicBezTo>
                    <a:pt x="5632" y="6865"/>
                    <a:pt x="5557" y="6828"/>
                    <a:pt x="5492" y="6772"/>
                  </a:cubicBezTo>
                  <a:cubicBezTo>
                    <a:pt x="5483" y="6763"/>
                    <a:pt x="5465" y="6754"/>
                    <a:pt x="5455" y="6735"/>
                  </a:cubicBezTo>
                  <a:lnTo>
                    <a:pt x="2060" y="2746"/>
                  </a:lnTo>
                  <a:lnTo>
                    <a:pt x="659" y="5251"/>
                  </a:lnTo>
                  <a:lnTo>
                    <a:pt x="761" y="5307"/>
                  </a:lnTo>
                  <a:lnTo>
                    <a:pt x="2079" y="2950"/>
                  </a:lnTo>
                  <a:lnTo>
                    <a:pt x="5298" y="6744"/>
                  </a:lnTo>
                  <a:lnTo>
                    <a:pt x="5372" y="6819"/>
                  </a:lnTo>
                  <a:cubicBezTo>
                    <a:pt x="5381" y="6837"/>
                    <a:pt x="5400" y="6856"/>
                    <a:pt x="5418" y="6865"/>
                  </a:cubicBezTo>
                  <a:cubicBezTo>
                    <a:pt x="5492" y="6930"/>
                    <a:pt x="5585" y="6976"/>
                    <a:pt x="5678" y="6995"/>
                  </a:cubicBezTo>
                  <a:cubicBezTo>
                    <a:pt x="5743" y="7013"/>
                    <a:pt x="5817" y="7023"/>
                    <a:pt x="5882" y="7023"/>
                  </a:cubicBezTo>
                  <a:cubicBezTo>
                    <a:pt x="6012" y="7023"/>
                    <a:pt x="6133" y="6995"/>
                    <a:pt x="6235" y="6939"/>
                  </a:cubicBezTo>
                  <a:cubicBezTo>
                    <a:pt x="6327" y="6893"/>
                    <a:pt x="6402" y="6828"/>
                    <a:pt x="6457" y="6754"/>
                  </a:cubicBezTo>
                  <a:cubicBezTo>
                    <a:pt x="6466" y="6744"/>
                    <a:pt x="6476" y="6717"/>
                    <a:pt x="6494" y="6707"/>
                  </a:cubicBezTo>
                  <a:lnTo>
                    <a:pt x="6633" y="6475"/>
                  </a:lnTo>
                  <a:cubicBezTo>
                    <a:pt x="7005" y="5854"/>
                    <a:pt x="7385" y="5223"/>
                    <a:pt x="7747" y="4611"/>
                  </a:cubicBezTo>
                  <a:cubicBezTo>
                    <a:pt x="7914" y="4333"/>
                    <a:pt x="8081" y="4054"/>
                    <a:pt x="8238" y="3785"/>
                  </a:cubicBezTo>
                  <a:lnTo>
                    <a:pt x="9268" y="2069"/>
                  </a:lnTo>
                  <a:lnTo>
                    <a:pt x="10381" y="2681"/>
                  </a:lnTo>
                  <a:lnTo>
                    <a:pt x="1005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50" name="Google Shape;550;p20"/>
            <p:cNvSpPr/>
            <p:nvPr/>
          </p:nvSpPr>
          <p:spPr>
            <a:xfrm>
              <a:off x="7338003" y="2218302"/>
              <a:ext cx="81410" cy="321711"/>
            </a:xfrm>
            <a:custGeom>
              <a:avLst/>
              <a:gdLst/>
              <a:ahLst/>
              <a:cxnLst/>
              <a:rect l="l" t="t" r="r" b="b"/>
              <a:pathLst>
                <a:path w="1430" h="5651" extrusionOk="0">
                  <a:moveTo>
                    <a:pt x="1" y="1"/>
                  </a:moveTo>
                  <a:lnTo>
                    <a:pt x="1" y="5650"/>
                  </a:lnTo>
                  <a:lnTo>
                    <a:pt x="1430" y="5650"/>
                  </a:lnTo>
                  <a:lnTo>
                    <a:pt x="143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51" name="Google Shape;551;p20"/>
            <p:cNvSpPr/>
            <p:nvPr/>
          </p:nvSpPr>
          <p:spPr>
            <a:xfrm>
              <a:off x="7334359" y="2214658"/>
              <a:ext cx="88241" cy="328543"/>
            </a:xfrm>
            <a:custGeom>
              <a:avLst/>
              <a:gdLst/>
              <a:ahLst/>
              <a:cxnLst/>
              <a:rect l="l" t="t" r="r" b="b"/>
              <a:pathLst>
                <a:path w="1550" h="5771" extrusionOk="0">
                  <a:moveTo>
                    <a:pt x="1438" y="121"/>
                  </a:moveTo>
                  <a:lnTo>
                    <a:pt x="1438" y="5659"/>
                  </a:lnTo>
                  <a:lnTo>
                    <a:pt x="121" y="5659"/>
                  </a:lnTo>
                  <a:lnTo>
                    <a:pt x="121" y="121"/>
                  </a:lnTo>
                  <a:close/>
                  <a:moveTo>
                    <a:pt x="0" y="0"/>
                  </a:moveTo>
                  <a:lnTo>
                    <a:pt x="0" y="5770"/>
                  </a:lnTo>
                  <a:lnTo>
                    <a:pt x="1549" y="5770"/>
                  </a:lnTo>
                  <a:lnTo>
                    <a:pt x="154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52" name="Google Shape;552;p20"/>
            <p:cNvSpPr/>
            <p:nvPr/>
          </p:nvSpPr>
          <p:spPr>
            <a:xfrm>
              <a:off x="7468997" y="2075239"/>
              <a:ext cx="81922" cy="464777"/>
            </a:xfrm>
            <a:custGeom>
              <a:avLst/>
              <a:gdLst/>
              <a:ahLst/>
              <a:cxnLst/>
              <a:rect l="l" t="t" r="r" b="b"/>
              <a:pathLst>
                <a:path w="1439" h="8164" extrusionOk="0">
                  <a:moveTo>
                    <a:pt x="1" y="0"/>
                  </a:moveTo>
                  <a:lnTo>
                    <a:pt x="1" y="8163"/>
                  </a:lnTo>
                  <a:lnTo>
                    <a:pt x="1438" y="8163"/>
                  </a:lnTo>
                  <a:lnTo>
                    <a:pt x="143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53" name="Google Shape;553;p20"/>
            <p:cNvSpPr/>
            <p:nvPr/>
          </p:nvSpPr>
          <p:spPr>
            <a:xfrm>
              <a:off x="7465297" y="2072051"/>
              <a:ext cx="88811" cy="471153"/>
            </a:xfrm>
            <a:custGeom>
              <a:avLst/>
              <a:gdLst/>
              <a:ahLst/>
              <a:cxnLst/>
              <a:rect l="l" t="t" r="r" b="b"/>
              <a:pathLst>
                <a:path w="1560" h="8276" extrusionOk="0">
                  <a:moveTo>
                    <a:pt x="1439" y="112"/>
                  </a:moveTo>
                  <a:lnTo>
                    <a:pt x="1439" y="8164"/>
                  </a:lnTo>
                  <a:lnTo>
                    <a:pt x="121" y="8164"/>
                  </a:lnTo>
                  <a:lnTo>
                    <a:pt x="121" y="112"/>
                  </a:lnTo>
                  <a:close/>
                  <a:moveTo>
                    <a:pt x="66" y="0"/>
                  </a:moveTo>
                  <a:cubicBezTo>
                    <a:pt x="28" y="0"/>
                    <a:pt x="1" y="19"/>
                    <a:pt x="1" y="56"/>
                  </a:cubicBezTo>
                  <a:lnTo>
                    <a:pt x="1" y="8219"/>
                  </a:lnTo>
                  <a:cubicBezTo>
                    <a:pt x="1" y="8257"/>
                    <a:pt x="28" y="8275"/>
                    <a:pt x="66" y="8275"/>
                  </a:cubicBezTo>
                  <a:lnTo>
                    <a:pt x="1494" y="8275"/>
                  </a:lnTo>
                  <a:cubicBezTo>
                    <a:pt x="1531" y="8275"/>
                    <a:pt x="1559" y="8257"/>
                    <a:pt x="1559" y="8219"/>
                  </a:cubicBezTo>
                  <a:lnTo>
                    <a:pt x="1559" y="56"/>
                  </a:lnTo>
                  <a:cubicBezTo>
                    <a:pt x="1559" y="19"/>
                    <a:pt x="1531" y="0"/>
                    <a:pt x="149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54" name="Google Shape;554;p20"/>
            <p:cNvSpPr/>
            <p:nvPr/>
          </p:nvSpPr>
          <p:spPr>
            <a:xfrm>
              <a:off x="7587296" y="2272214"/>
              <a:ext cx="81922" cy="267799"/>
            </a:xfrm>
            <a:custGeom>
              <a:avLst/>
              <a:gdLst/>
              <a:ahLst/>
              <a:cxnLst/>
              <a:rect l="l" t="t" r="r" b="b"/>
              <a:pathLst>
                <a:path w="1439" h="4704" extrusionOk="0">
                  <a:moveTo>
                    <a:pt x="1" y="0"/>
                  </a:moveTo>
                  <a:lnTo>
                    <a:pt x="1" y="4703"/>
                  </a:lnTo>
                  <a:lnTo>
                    <a:pt x="1438" y="4703"/>
                  </a:lnTo>
                  <a:lnTo>
                    <a:pt x="143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55" name="Google Shape;555;p20"/>
            <p:cNvSpPr/>
            <p:nvPr/>
          </p:nvSpPr>
          <p:spPr>
            <a:xfrm>
              <a:off x="7583596" y="2269026"/>
              <a:ext cx="88811" cy="274175"/>
            </a:xfrm>
            <a:custGeom>
              <a:avLst/>
              <a:gdLst/>
              <a:ahLst/>
              <a:cxnLst/>
              <a:rect l="l" t="t" r="r" b="b"/>
              <a:pathLst>
                <a:path w="1560" h="4816" extrusionOk="0">
                  <a:moveTo>
                    <a:pt x="1439" y="112"/>
                  </a:moveTo>
                  <a:lnTo>
                    <a:pt x="1439" y="4704"/>
                  </a:lnTo>
                  <a:lnTo>
                    <a:pt x="121" y="4704"/>
                  </a:lnTo>
                  <a:lnTo>
                    <a:pt x="121" y="112"/>
                  </a:lnTo>
                  <a:close/>
                  <a:moveTo>
                    <a:pt x="1" y="1"/>
                  </a:moveTo>
                  <a:lnTo>
                    <a:pt x="1" y="4815"/>
                  </a:lnTo>
                  <a:lnTo>
                    <a:pt x="1559" y="4815"/>
                  </a:lnTo>
                  <a:lnTo>
                    <a:pt x="155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56" name="Google Shape;556;p20"/>
            <p:cNvSpPr/>
            <p:nvPr/>
          </p:nvSpPr>
          <p:spPr>
            <a:xfrm>
              <a:off x="6112258" y="2077573"/>
              <a:ext cx="375055" cy="118642"/>
            </a:xfrm>
            <a:custGeom>
              <a:avLst/>
              <a:gdLst/>
              <a:ahLst/>
              <a:cxnLst/>
              <a:rect l="l" t="t" r="r" b="b"/>
              <a:pathLst>
                <a:path w="6588" h="2084" extrusionOk="0">
                  <a:moveTo>
                    <a:pt x="67" y="1"/>
                  </a:moveTo>
                  <a:cubicBezTo>
                    <a:pt x="52" y="1"/>
                    <a:pt x="38" y="5"/>
                    <a:pt x="29" y="15"/>
                  </a:cubicBezTo>
                  <a:cubicBezTo>
                    <a:pt x="1" y="42"/>
                    <a:pt x="1" y="80"/>
                    <a:pt x="29" y="98"/>
                  </a:cubicBezTo>
                  <a:lnTo>
                    <a:pt x="1930" y="2065"/>
                  </a:lnTo>
                  <a:cubicBezTo>
                    <a:pt x="1940" y="2074"/>
                    <a:pt x="1958" y="2083"/>
                    <a:pt x="1967" y="2083"/>
                  </a:cubicBezTo>
                  <a:cubicBezTo>
                    <a:pt x="1986" y="2083"/>
                    <a:pt x="1995" y="2074"/>
                    <a:pt x="2014" y="2065"/>
                  </a:cubicBezTo>
                  <a:lnTo>
                    <a:pt x="4064" y="135"/>
                  </a:lnTo>
                  <a:lnTo>
                    <a:pt x="6485" y="2009"/>
                  </a:lnTo>
                  <a:cubicBezTo>
                    <a:pt x="6496" y="2016"/>
                    <a:pt x="6506" y="2019"/>
                    <a:pt x="6517" y="2019"/>
                  </a:cubicBezTo>
                  <a:cubicBezTo>
                    <a:pt x="6534" y="2019"/>
                    <a:pt x="6551" y="2011"/>
                    <a:pt x="6569" y="2000"/>
                  </a:cubicBezTo>
                  <a:cubicBezTo>
                    <a:pt x="6587" y="1972"/>
                    <a:pt x="6578" y="1935"/>
                    <a:pt x="6550" y="1916"/>
                  </a:cubicBezTo>
                  <a:lnTo>
                    <a:pt x="4101" y="15"/>
                  </a:lnTo>
                  <a:cubicBezTo>
                    <a:pt x="4087" y="5"/>
                    <a:pt x="4073" y="1"/>
                    <a:pt x="4060" y="1"/>
                  </a:cubicBezTo>
                  <a:cubicBezTo>
                    <a:pt x="4048" y="1"/>
                    <a:pt x="4036" y="5"/>
                    <a:pt x="4027" y="15"/>
                  </a:cubicBezTo>
                  <a:lnTo>
                    <a:pt x="1977" y="1944"/>
                  </a:lnTo>
                  <a:lnTo>
                    <a:pt x="112" y="15"/>
                  </a:lnTo>
                  <a:cubicBezTo>
                    <a:pt x="98" y="5"/>
                    <a:pt x="82" y="1"/>
                    <a:pt x="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57" name="Google Shape;557;p20"/>
            <p:cNvSpPr/>
            <p:nvPr/>
          </p:nvSpPr>
          <p:spPr>
            <a:xfrm>
              <a:off x="6086412" y="2051443"/>
              <a:ext cx="59207" cy="59207"/>
            </a:xfrm>
            <a:custGeom>
              <a:avLst/>
              <a:gdLst/>
              <a:ahLst/>
              <a:cxnLst/>
              <a:rect l="l" t="t" r="r" b="b"/>
              <a:pathLst>
                <a:path w="1040" h="1040" extrusionOk="0">
                  <a:moveTo>
                    <a:pt x="520" y="1"/>
                  </a:moveTo>
                  <a:cubicBezTo>
                    <a:pt x="232" y="1"/>
                    <a:pt x="0" y="232"/>
                    <a:pt x="0" y="520"/>
                  </a:cubicBezTo>
                  <a:cubicBezTo>
                    <a:pt x="0" y="808"/>
                    <a:pt x="232" y="1040"/>
                    <a:pt x="520" y="1040"/>
                  </a:cubicBezTo>
                  <a:cubicBezTo>
                    <a:pt x="807" y="1040"/>
                    <a:pt x="1039" y="808"/>
                    <a:pt x="1039" y="520"/>
                  </a:cubicBezTo>
                  <a:cubicBezTo>
                    <a:pt x="1039" y="232"/>
                    <a:pt x="807" y="1"/>
                    <a:pt x="52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58" name="Google Shape;558;p20"/>
            <p:cNvSpPr/>
            <p:nvPr/>
          </p:nvSpPr>
          <p:spPr>
            <a:xfrm>
              <a:off x="6083224" y="2047742"/>
              <a:ext cx="66096" cy="66096"/>
            </a:xfrm>
            <a:custGeom>
              <a:avLst/>
              <a:gdLst/>
              <a:ahLst/>
              <a:cxnLst/>
              <a:rect l="l" t="t" r="r" b="b"/>
              <a:pathLst>
                <a:path w="1161" h="1161" extrusionOk="0">
                  <a:moveTo>
                    <a:pt x="576" y="121"/>
                  </a:moveTo>
                  <a:cubicBezTo>
                    <a:pt x="835" y="121"/>
                    <a:pt x="1040" y="325"/>
                    <a:pt x="1040" y="585"/>
                  </a:cubicBezTo>
                  <a:cubicBezTo>
                    <a:pt x="1040" y="836"/>
                    <a:pt x="835" y="1049"/>
                    <a:pt x="576" y="1049"/>
                  </a:cubicBezTo>
                  <a:cubicBezTo>
                    <a:pt x="325" y="1049"/>
                    <a:pt x="112" y="836"/>
                    <a:pt x="112" y="585"/>
                  </a:cubicBezTo>
                  <a:cubicBezTo>
                    <a:pt x="112" y="325"/>
                    <a:pt x="325" y="121"/>
                    <a:pt x="576" y="121"/>
                  </a:cubicBezTo>
                  <a:close/>
                  <a:moveTo>
                    <a:pt x="576" y="1"/>
                  </a:moveTo>
                  <a:cubicBezTo>
                    <a:pt x="260" y="1"/>
                    <a:pt x="1" y="260"/>
                    <a:pt x="1" y="585"/>
                  </a:cubicBezTo>
                  <a:cubicBezTo>
                    <a:pt x="1" y="900"/>
                    <a:pt x="260" y="1160"/>
                    <a:pt x="576" y="1160"/>
                  </a:cubicBezTo>
                  <a:cubicBezTo>
                    <a:pt x="900" y="1160"/>
                    <a:pt x="1160" y="900"/>
                    <a:pt x="1160" y="585"/>
                  </a:cubicBezTo>
                  <a:cubicBezTo>
                    <a:pt x="1160" y="260"/>
                    <a:pt x="900" y="1"/>
                    <a:pt x="57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59" name="Google Shape;559;p20"/>
            <p:cNvSpPr/>
            <p:nvPr/>
          </p:nvSpPr>
          <p:spPr>
            <a:xfrm>
              <a:off x="6314016" y="2051443"/>
              <a:ext cx="59207" cy="59207"/>
            </a:xfrm>
            <a:custGeom>
              <a:avLst/>
              <a:gdLst/>
              <a:ahLst/>
              <a:cxnLst/>
              <a:rect l="l" t="t" r="r" b="b"/>
              <a:pathLst>
                <a:path w="1040" h="1040" extrusionOk="0">
                  <a:moveTo>
                    <a:pt x="520" y="1"/>
                  </a:moveTo>
                  <a:cubicBezTo>
                    <a:pt x="232" y="1"/>
                    <a:pt x="0" y="232"/>
                    <a:pt x="0" y="520"/>
                  </a:cubicBezTo>
                  <a:cubicBezTo>
                    <a:pt x="0" y="808"/>
                    <a:pt x="232" y="1040"/>
                    <a:pt x="520" y="1040"/>
                  </a:cubicBezTo>
                  <a:cubicBezTo>
                    <a:pt x="808" y="1040"/>
                    <a:pt x="1039" y="808"/>
                    <a:pt x="1039" y="520"/>
                  </a:cubicBezTo>
                  <a:cubicBezTo>
                    <a:pt x="1039" y="232"/>
                    <a:pt x="808" y="1"/>
                    <a:pt x="52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60" name="Google Shape;560;p20"/>
            <p:cNvSpPr/>
            <p:nvPr/>
          </p:nvSpPr>
          <p:spPr>
            <a:xfrm>
              <a:off x="6310315" y="2047742"/>
              <a:ext cx="66096" cy="66096"/>
            </a:xfrm>
            <a:custGeom>
              <a:avLst/>
              <a:gdLst/>
              <a:ahLst/>
              <a:cxnLst/>
              <a:rect l="l" t="t" r="r" b="b"/>
              <a:pathLst>
                <a:path w="1161" h="1161" extrusionOk="0">
                  <a:moveTo>
                    <a:pt x="585" y="121"/>
                  </a:moveTo>
                  <a:cubicBezTo>
                    <a:pt x="835" y="121"/>
                    <a:pt x="1049" y="325"/>
                    <a:pt x="1049" y="585"/>
                  </a:cubicBezTo>
                  <a:cubicBezTo>
                    <a:pt x="1049" y="836"/>
                    <a:pt x="835" y="1049"/>
                    <a:pt x="585" y="1049"/>
                  </a:cubicBezTo>
                  <a:cubicBezTo>
                    <a:pt x="325" y="1049"/>
                    <a:pt x="121" y="836"/>
                    <a:pt x="121" y="585"/>
                  </a:cubicBezTo>
                  <a:cubicBezTo>
                    <a:pt x="121" y="325"/>
                    <a:pt x="325" y="121"/>
                    <a:pt x="585" y="121"/>
                  </a:cubicBezTo>
                  <a:close/>
                  <a:moveTo>
                    <a:pt x="585" y="1"/>
                  </a:moveTo>
                  <a:cubicBezTo>
                    <a:pt x="260" y="1"/>
                    <a:pt x="1" y="260"/>
                    <a:pt x="1" y="585"/>
                  </a:cubicBezTo>
                  <a:cubicBezTo>
                    <a:pt x="1" y="900"/>
                    <a:pt x="270" y="1160"/>
                    <a:pt x="585" y="1160"/>
                  </a:cubicBezTo>
                  <a:cubicBezTo>
                    <a:pt x="900" y="1160"/>
                    <a:pt x="1160" y="900"/>
                    <a:pt x="1160" y="585"/>
                  </a:cubicBezTo>
                  <a:cubicBezTo>
                    <a:pt x="1160" y="260"/>
                    <a:pt x="900" y="1"/>
                    <a:pt x="5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61" name="Google Shape;561;p20"/>
            <p:cNvSpPr/>
            <p:nvPr/>
          </p:nvSpPr>
          <p:spPr>
            <a:xfrm>
              <a:off x="6194635" y="2159722"/>
              <a:ext cx="59776" cy="59207"/>
            </a:xfrm>
            <a:custGeom>
              <a:avLst/>
              <a:gdLst/>
              <a:ahLst/>
              <a:cxnLst/>
              <a:rect l="l" t="t" r="r" b="b"/>
              <a:pathLst>
                <a:path w="1050" h="1040" extrusionOk="0">
                  <a:moveTo>
                    <a:pt x="520" y="0"/>
                  </a:moveTo>
                  <a:cubicBezTo>
                    <a:pt x="233" y="0"/>
                    <a:pt x="1" y="232"/>
                    <a:pt x="1" y="520"/>
                  </a:cubicBezTo>
                  <a:cubicBezTo>
                    <a:pt x="1" y="807"/>
                    <a:pt x="233" y="1039"/>
                    <a:pt x="520" y="1039"/>
                  </a:cubicBezTo>
                  <a:cubicBezTo>
                    <a:pt x="808" y="1039"/>
                    <a:pt x="1049" y="807"/>
                    <a:pt x="1049" y="520"/>
                  </a:cubicBezTo>
                  <a:cubicBezTo>
                    <a:pt x="1049" y="232"/>
                    <a:pt x="808" y="0"/>
                    <a:pt x="52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62" name="Google Shape;562;p20"/>
            <p:cNvSpPr/>
            <p:nvPr/>
          </p:nvSpPr>
          <p:spPr>
            <a:xfrm>
              <a:off x="6191504" y="2156022"/>
              <a:ext cx="66039" cy="66039"/>
            </a:xfrm>
            <a:custGeom>
              <a:avLst/>
              <a:gdLst/>
              <a:ahLst/>
              <a:cxnLst/>
              <a:rect l="l" t="t" r="r" b="b"/>
              <a:pathLst>
                <a:path w="1160" h="1160" extrusionOk="0">
                  <a:moveTo>
                    <a:pt x="575" y="121"/>
                  </a:moveTo>
                  <a:cubicBezTo>
                    <a:pt x="835" y="121"/>
                    <a:pt x="1039" y="325"/>
                    <a:pt x="1039" y="585"/>
                  </a:cubicBezTo>
                  <a:cubicBezTo>
                    <a:pt x="1039" y="835"/>
                    <a:pt x="835" y="1049"/>
                    <a:pt x="575" y="1049"/>
                  </a:cubicBezTo>
                  <a:cubicBezTo>
                    <a:pt x="325" y="1049"/>
                    <a:pt x="112" y="835"/>
                    <a:pt x="112" y="585"/>
                  </a:cubicBezTo>
                  <a:cubicBezTo>
                    <a:pt x="112" y="325"/>
                    <a:pt x="325" y="121"/>
                    <a:pt x="575" y="121"/>
                  </a:cubicBezTo>
                  <a:close/>
                  <a:moveTo>
                    <a:pt x="575" y="0"/>
                  </a:moveTo>
                  <a:cubicBezTo>
                    <a:pt x="260" y="0"/>
                    <a:pt x="0" y="269"/>
                    <a:pt x="0" y="585"/>
                  </a:cubicBezTo>
                  <a:cubicBezTo>
                    <a:pt x="0" y="900"/>
                    <a:pt x="260" y="1160"/>
                    <a:pt x="575" y="1160"/>
                  </a:cubicBezTo>
                  <a:cubicBezTo>
                    <a:pt x="900" y="1160"/>
                    <a:pt x="1160" y="900"/>
                    <a:pt x="1160" y="585"/>
                  </a:cubicBezTo>
                  <a:cubicBezTo>
                    <a:pt x="1160" y="269"/>
                    <a:pt x="900" y="0"/>
                    <a:pt x="57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63" name="Google Shape;563;p20"/>
            <p:cNvSpPr/>
            <p:nvPr/>
          </p:nvSpPr>
          <p:spPr>
            <a:xfrm>
              <a:off x="6449223" y="2065163"/>
              <a:ext cx="362872" cy="228745"/>
            </a:xfrm>
            <a:custGeom>
              <a:avLst/>
              <a:gdLst/>
              <a:ahLst/>
              <a:cxnLst/>
              <a:rect l="l" t="t" r="r" b="b"/>
              <a:pathLst>
                <a:path w="6374" h="4018" extrusionOk="0">
                  <a:moveTo>
                    <a:pt x="3275" y="1"/>
                  </a:moveTo>
                  <a:cubicBezTo>
                    <a:pt x="2477" y="1"/>
                    <a:pt x="1819" y="585"/>
                    <a:pt x="1689" y="1346"/>
                  </a:cubicBezTo>
                  <a:lnTo>
                    <a:pt x="1234" y="1346"/>
                  </a:lnTo>
                  <a:cubicBezTo>
                    <a:pt x="557" y="1346"/>
                    <a:pt x="0" y="1940"/>
                    <a:pt x="0" y="2682"/>
                  </a:cubicBezTo>
                  <a:cubicBezTo>
                    <a:pt x="0" y="3415"/>
                    <a:pt x="557" y="4018"/>
                    <a:pt x="1234" y="4018"/>
                  </a:cubicBezTo>
                  <a:lnTo>
                    <a:pt x="5149" y="4018"/>
                  </a:lnTo>
                  <a:cubicBezTo>
                    <a:pt x="5826" y="4018"/>
                    <a:pt x="6373" y="3415"/>
                    <a:pt x="6373" y="2682"/>
                  </a:cubicBezTo>
                  <a:cubicBezTo>
                    <a:pt x="6373" y="1940"/>
                    <a:pt x="5826" y="1346"/>
                    <a:pt x="5149" y="1346"/>
                  </a:cubicBezTo>
                  <a:lnTo>
                    <a:pt x="4861" y="1346"/>
                  </a:lnTo>
                  <a:cubicBezTo>
                    <a:pt x="4731" y="585"/>
                    <a:pt x="4073" y="1"/>
                    <a:pt x="327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64" name="Google Shape;564;p20"/>
            <p:cNvSpPr/>
            <p:nvPr/>
          </p:nvSpPr>
          <p:spPr>
            <a:xfrm>
              <a:off x="6446035" y="2062032"/>
              <a:ext cx="369760" cy="235064"/>
            </a:xfrm>
            <a:custGeom>
              <a:avLst/>
              <a:gdLst/>
              <a:ahLst/>
              <a:cxnLst/>
              <a:rect l="l" t="t" r="r" b="b"/>
              <a:pathLst>
                <a:path w="6495" h="4129" extrusionOk="0">
                  <a:moveTo>
                    <a:pt x="3331" y="111"/>
                  </a:moveTo>
                  <a:cubicBezTo>
                    <a:pt x="4092" y="111"/>
                    <a:pt x="4732" y="659"/>
                    <a:pt x="4862" y="1410"/>
                  </a:cubicBezTo>
                  <a:cubicBezTo>
                    <a:pt x="4862" y="1438"/>
                    <a:pt x="4889" y="1457"/>
                    <a:pt x="4917" y="1457"/>
                  </a:cubicBezTo>
                  <a:lnTo>
                    <a:pt x="5205" y="1457"/>
                  </a:lnTo>
                  <a:cubicBezTo>
                    <a:pt x="5854" y="1457"/>
                    <a:pt x="6374" y="2032"/>
                    <a:pt x="6374" y="2737"/>
                  </a:cubicBezTo>
                  <a:cubicBezTo>
                    <a:pt x="6374" y="3442"/>
                    <a:pt x="5854" y="4017"/>
                    <a:pt x="5205" y="4017"/>
                  </a:cubicBezTo>
                  <a:lnTo>
                    <a:pt x="1290" y="4017"/>
                  </a:lnTo>
                  <a:cubicBezTo>
                    <a:pt x="641" y="4017"/>
                    <a:pt x="121" y="3442"/>
                    <a:pt x="121" y="2737"/>
                  </a:cubicBezTo>
                  <a:cubicBezTo>
                    <a:pt x="121" y="2032"/>
                    <a:pt x="641" y="1457"/>
                    <a:pt x="1290" y="1457"/>
                  </a:cubicBezTo>
                  <a:lnTo>
                    <a:pt x="1745" y="1457"/>
                  </a:lnTo>
                  <a:cubicBezTo>
                    <a:pt x="1772" y="1457"/>
                    <a:pt x="1791" y="1438"/>
                    <a:pt x="1800" y="1401"/>
                  </a:cubicBezTo>
                  <a:cubicBezTo>
                    <a:pt x="1930" y="659"/>
                    <a:pt x="2570" y="111"/>
                    <a:pt x="3331" y="111"/>
                  </a:cubicBezTo>
                  <a:close/>
                  <a:moveTo>
                    <a:pt x="3331" y="0"/>
                  </a:moveTo>
                  <a:cubicBezTo>
                    <a:pt x="2533" y="0"/>
                    <a:pt x="1847" y="557"/>
                    <a:pt x="1698" y="1336"/>
                  </a:cubicBezTo>
                  <a:lnTo>
                    <a:pt x="1290" y="1336"/>
                  </a:lnTo>
                  <a:cubicBezTo>
                    <a:pt x="576" y="1336"/>
                    <a:pt x="1" y="1967"/>
                    <a:pt x="1" y="2737"/>
                  </a:cubicBezTo>
                  <a:cubicBezTo>
                    <a:pt x="1" y="3507"/>
                    <a:pt x="576" y="4128"/>
                    <a:pt x="1290" y="4128"/>
                  </a:cubicBezTo>
                  <a:lnTo>
                    <a:pt x="5205" y="4128"/>
                  </a:lnTo>
                  <a:cubicBezTo>
                    <a:pt x="5919" y="4128"/>
                    <a:pt x="6494" y="3507"/>
                    <a:pt x="6494" y="2737"/>
                  </a:cubicBezTo>
                  <a:cubicBezTo>
                    <a:pt x="6494" y="1967"/>
                    <a:pt x="5910" y="1336"/>
                    <a:pt x="5205" y="1336"/>
                  </a:cubicBezTo>
                  <a:lnTo>
                    <a:pt x="4964" y="1336"/>
                  </a:lnTo>
                  <a:cubicBezTo>
                    <a:pt x="4806" y="557"/>
                    <a:pt x="4129" y="0"/>
                    <a:pt x="33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65" name="Google Shape;565;p20"/>
            <p:cNvSpPr/>
            <p:nvPr/>
          </p:nvSpPr>
          <p:spPr>
            <a:xfrm>
              <a:off x="6930332" y="1988081"/>
              <a:ext cx="278900" cy="261821"/>
            </a:xfrm>
            <a:custGeom>
              <a:avLst/>
              <a:gdLst/>
              <a:ahLst/>
              <a:cxnLst/>
              <a:rect l="l" t="t" r="r" b="b"/>
              <a:pathLst>
                <a:path w="4899" h="4599" extrusionOk="0">
                  <a:moveTo>
                    <a:pt x="93" y="0"/>
                  </a:moveTo>
                  <a:cubicBezTo>
                    <a:pt x="47" y="0"/>
                    <a:pt x="0" y="47"/>
                    <a:pt x="0" y="93"/>
                  </a:cubicBezTo>
                  <a:lnTo>
                    <a:pt x="0" y="3321"/>
                  </a:lnTo>
                  <a:cubicBezTo>
                    <a:pt x="0" y="3368"/>
                    <a:pt x="47" y="3414"/>
                    <a:pt x="93" y="3414"/>
                  </a:cubicBezTo>
                  <a:lnTo>
                    <a:pt x="1308" y="3414"/>
                  </a:lnTo>
                  <a:cubicBezTo>
                    <a:pt x="1364" y="3414"/>
                    <a:pt x="1401" y="3451"/>
                    <a:pt x="1401" y="3507"/>
                  </a:cubicBezTo>
                  <a:lnTo>
                    <a:pt x="1392" y="4509"/>
                  </a:lnTo>
                  <a:cubicBezTo>
                    <a:pt x="1392" y="4560"/>
                    <a:pt x="1441" y="4598"/>
                    <a:pt x="1489" y="4598"/>
                  </a:cubicBezTo>
                  <a:cubicBezTo>
                    <a:pt x="1511" y="4598"/>
                    <a:pt x="1532" y="4591"/>
                    <a:pt x="1550" y="4574"/>
                  </a:cubicBezTo>
                  <a:lnTo>
                    <a:pt x="2811" y="3433"/>
                  </a:lnTo>
                  <a:cubicBezTo>
                    <a:pt x="2830" y="3414"/>
                    <a:pt x="2848" y="3405"/>
                    <a:pt x="2876" y="3405"/>
                  </a:cubicBezTo>
                  <a:lnTo>
                    <a:pt x="4806" y="3405"/>
                  </a:lnTo>
                  <a:cubicBezTo>
                    <a:pt x="4852" y="3405"/>
                    <a:pt x="4898" y="3368"/>
                    <a:pt x="4898" y="3321"/>
                  </a:cubicBezTo>
                  <a:lnTo>
                    <a:pt x="4898" y="93"/>
                  </a:lnTo>
                  <a:cubicBezTo>
                    <a:pt x="4898" y="47"/>
                    <a:pt x="4852" y="0"/>
                    <a:pt x="480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66" name="Google Shape;566;p20"/>
            <p:cNvSpPr/>
            <p:nvPr/>
          </p:nvSpPr>
          <p:spPr>
            <a:xfrm>
              <a:off x="6927144" y="1984893"/>
              <a:ext cx="285276" cy="268368"/>
            </a:xfrm>
            <a:custGeom>
              <a:avLst/>
              <a:gdLst/>
              <a:ahLst/>
              <a:cxnLst/>
              <a:rect l="l" t="t" r="r" b="b"/>
              <a:pathLst>
                <a:path w="5011" h="4714" extrusionOk="0">
                  <a:moveTo>
                    <a:pt x="4862" y="112"/>
                  </a:moveTo>
                  <a:cubicBezTo>
                    <a:pt x="4880" y="112"/>
                    <a:pt x="4899" y="131"/>
                    <a:pt x="4899" y="149"/>
                  </a:cubicBezTo>
                  <a:lnTo>
                    <a:pt x="4899" y="3368"/>
                  </a:lnTo>
                  <a:cubicBezTo>
                    <a:pt x="4899" y="3396"/>
                    <a:pt x="4880" y="3405"/>
                    <a:pt x="4862" y="3405"/>
                  </a:cubicBezTo>
                  <a:lnTo>
                    <a:pt x="2932" y="3405"/>
                  </a:lnTo>
                  <a:cubicBezTo>
                    <a:pt x="2895" y="3405"/>
                    <a:pt x="2858" y="3424"/>
                    <a:pt x="2830" y="3442"/>
                  </a:cubicBezTo>
                  <a:lnTo>
                    <a:pt x="1568" y="4583"/>
                  </a:lnTo>
                  <a:cubicBezTo>
                    <a:pt x="1559" y="4593"/>
                    <a:pt x="1552" y="4595"/>
                    <a:pt x="1546" y="4595"/>
                  </a:cubicBezTo>
                  <a:cubicBezTo>
                    <a:pt x="1541" y="4595"/>
                    <a:pt x="1536" y="4593"/>
                    <a:pt x="1531" y="4593"/>
                  </a:cubicBezTo>
                  <a:cubicBezTo>
                    <a:pt x="1522" y="4593"/>
                    <a:pt x="1513" y="4583"/>
                    <a:pt x="1513" y="4565"/>
                  </a:cubicBezTo>
                  <a:lnTo>
                    <a:pt x="1522" y="3563"/>
                  </a:lnTo>
                  <a:cubicBezTo>
                    <a:pt x="1522" y="3517"/>
                    <a:pt x="1504" y="3479"/>
                    <a:pt x="1476" y="3452"/>
                  </a:cubicBezTo>
                  <a:cubicBezTo>
                    <a:pt x="1448" y="3424"/>
                    <a:pt x="1411" y="3405"/>
                    <a:pt x="1364" y="3405"/>
                  </a:cubicBezTo>
                  <a:lnTo>
                    <a:pt x="149" y="3405"/>
                  </a:lnTo>
                  <a:cubicBezTo>
                    <a:pt x="131" y="3405"/>
                    <a:pt x="112" y="3396"/>
                    <a:pt x="112" y="3377"/>
                  </a:cubicBezTo>
                  <a:lnTo>
                    <a:pt x="112" y="149"/>
                  </a:lnTo>
                  <a:cubicBezTo>
                    <a:pt x="112" y="131"/>
                    <a:pt x="131" y="121"/>
                    <a:pt x="149" y="121"/>
                  </a:cubicBezTo>
                  <a:lnTo>
                    <a:pt x="149" y="112"/>
                  </a:lnTo>
                  <a:close/>
                  <a:moveTo>
                    <a:pt x="149" y="1"/>
                  </a:moveTo>
                  <a:cubicBezTo>
                    <a:pt x="66" y="1"/>
                    <a:pt x="1" y="66"/>
                    <a:pt x="1" y="149"/>
                  </a:cubicBezTo>
                  <a:lnTo>
                    <a:pt x="1" y="3368"/>
                  </a:lnTo>
                  <a:cubicBezTo>
                    <a:pt x="1" y="3452"/>
                    <a:pt x="66" y="3526"/>
                    <a:pt x="149" y="3526"/>
                  </a:cubicBezTo>
                  <a:lnTo>
                    <a:pt x="1364" y="3526"/>
                  </a:lnTo>
                  <a:cubicBezTo>
                    <a:pt x="1374" y="3526"/>
                    <a:pt x="1383" y="3526"/>
                    <a:pt x="1392" y="3535"/>
                  </a:cubicBezTo>
                  <a:cubicBezTo>
                    <a:pt x="1401" y="3535"/>
                    <a:pt x="1401" y="3544"/>
                    <a:pt x="1401" y="3554"/>
                  </a:cubicBezTo>
                  <a:lnTo>
                    <a:pt x="1392" y="4556"/>
                  </a:lnTo>
                  <a:cubicBezTo>
                    <a:pt x="1392" y="4620"/>
                    <a:pt x="1429" y="4676"/>
                    <a:pt x="1485" y="4695"/>
                  </a:cubicBezTo>
                  <a:cubicBezTo>
                    <a:pt x="1504" y="4704"/>
                    <a:pt x="1522" y="4713"/>
                    <a:pt x="1541" y="4713"/>
                  </a:cubicBezTo>
                  <a:cubicBezTo>
                    <a:pt x="1578" y="4713"/>
                    <a:pt x="1615" y="4695"/>
                    <a:pt x="1643" y="4676"/>
                  </a:cubicBezTo>
                  <a:lnTo>
                    <a:pt x="2904" y="3535"/>
                  </a:lnTo>
                  <a:cubicBezTo>
                    <a:pt x="2914" y="3526"/>
                    <a:pt x="2923" y="3526"/>
                    <a:pt x="2932" y="3526"/>
                  </a:cubicBezTo>
                  <a:lnTo>
                    <a:pt x="4862" y="3526"/>
                  </a:lnTo>
                  <a:cubicBezTo>
                    <a:pt x="4945" y="3526"/>
                    <a:pt x="5010" y="3452"/>
                    <a:pt x="5010" y="3368"/>
                  </a:cubicBezTo>
                  <a:lnTo>
                    <a:pt x="5010" y="149"/>
                  </a:lnTo>
                  <a:cubicBezTo>
                    <a:pt x="5010" y="66"/>
                    <a:pt x="4945" y="1"/>
                    <a:pt x="486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67" name="Google Shape;567;p20"/>
            <p:cNvSpPr/>
            <p:nvPr/>
          </p:nvSpPr>
          <p:spPr>
            <a:xfrm>
              <a:off x="6987888" y="2066757"/>
              <a:ext cx="40705" cy="40705"/>
            </a:xfrm>
            <a:custGeom>
              <a:avLst/>
              <a:gdLst/>
              <a:ahLst/>
              <a:cxnLst/>
              <a:rect l="l" t="t" r="r" b="b"/>
              <a:pathLst>
                <a:path w="715" h="715" extrusionOk="0">
                  <a:moveTo>
                    <a:pt x="362" y="121"/>
                  </a:moveTo>
                  <a:cubicBezTo>
                    <a:pt x="492" y="121"/>
                    <a:pt x="603" y="232"/>
                    <a:pt x="603" y="362"/>
                  </a:cubicBezTo>
                  <a:cubicBezTo>
                    <a:pt x="603" y="492"/>
                    <a:pt x="492" y="604"/>
                    <a:pt x="362" y="604"/>
                  </a:cubicBezTo>
                  <a:cubicBezTo>
                    <a:pt x="223" y="604"/>
                    <a:pt x="121" y="492"/>
                    <a:pt x="121" y="362"/>
                  </a:cubicBezTo>
                  <a:cubicBezTo>
                    <a:pt x="121" y="232"/>
                    <a:pt x="223" y="121"/>
                    <a:pt x="362" y="121"/>
                  </a:cubicBezTo>
                  <a:close/>
                  <a:moveTo>
                    <a:pt x="362" y="1"/>
                  </a:moveTo>
                  <a:cubicBezTo>
                    <a:pt x="158" y="1"/>
                    <a:pt x="1" y="168"/>
                    <a:pt x="1" y="362"/>
                  </a:cubicBezTo>
                  <a:cubicBezTo>
                    <a:pt x="1" y="557"/>
                    <a:pt x="158" y="715"/>
                    <a:pt x="362" y="715"/>
                  </a:cubicBezTo>
                  <a:cubicBezTo>
                    <a:pt x="557" y="715"/>
                    <a:pt x="715" y="557"/>
                    <a:pt x="715" y="362"/>
                  </a:cubicBezTo>
                  <a:cubicBezTo>
                    <a:pt x="715" y="168"/>
                    <a:pt x="557" y="1"/>
                    <a:pt x="36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68" name="Google Shape;568;p20"/>
            <p:cNvSpPr/>
            <p:nvPr/>
          </p:nvSpPr>
          <p:spPr>
            <a:xfrm>
              <a:off x="7051250" y="2066757"/>
              <a:ext cx="40762" cy="40705"/>
            </a:xfrm>
            <a:custGeom>
              <a:avLst/>
              <a:gdLst/>
              <a:ahLst/>
              <a:cxnLst/>
              <a:rect l="l" t="t" r="r" b="b"/>
              <a:pathLst>
                <a:path w="716" h="715" extrusionOk="0">
                  <a:moveTo>
                    <a:pt x="363" y="121"/>
                  </a:moveTo>
                  <a:cubicBezTo>
                    <a:pt x="492" y="121"/>
                    <a:pt x="604" y="232"/>
                    <a:pt x="604" y="362"/>
                  </a:cubicBezTo>
                  <a:cubicBezTo>
                    <a:pt x="604" y="492"/>
                    <a:pt x="492" y="604"/>
                    <a:pt x="363" y="604"/>
                  </a:cubicBezTo>
                  <a:cubicBezTo>
                    <a:pt x="223" y="604"/>
                    <a:pt x="121" y="492"/>
                    <a:pt x="121" y="362"/>
                  </a:cubicBezTo>
                  <a:cubicBezTo>
                    <a:pt x="121" y="232"/>
                    <a:pt x="223" y="121"/>
                    <a:pt x="363" y="121"/>
                  </a:cubicBezTo>
                  <a:close/>
                  <a:moveTo>
                    <a:pt x="363" y="1"/>
                  </a:moveTo>
                  <a:cubicBezTo>
                    <a:pt x="168" y="1"/>
                    <a:pt x="1" y="168"/>
                    <a:pt x="1" y="362"/>
                  </a:cubicBezTo>
                  <a:cubicBezTo>
                    <a:pt x="1" y="557"/>
                    <a:pt x="168" y="715"/>
                    <a:pt x="363" y="715"/>
                  </a:cubicBezTo>
                  <a:cubicBezTo>
                    <a:pt x="557" y="715"/>
                    <a:pt x="715" y="557"/>
                    <a:pt x="715" y="362"/>
                  </a:cubicBezTo>
                  <a:cubicBezTo>
                    <a:pt x="715" y="168"/>
                    <a:pt x="557" y="1"/>
                    <a:pt x="36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69" name="Google Shape;569;p20"/>
            <p:cNvSpPr/>
            <p:nvPr/>
          </p:nvSpPr>
          <p:spPr>
            <a:xfrm>
              <a:off x="7114100" y="2066757"/>
              <a:ext cx="40705" cy="40705"/>
            </a:xfrm>
            <a:custGeom>
              <a:avLst/>
              <a:gdLst/>
              <a:ahLst/>
              <a:cxnLst/>
              <a:rect l="l" t="t" r="r" b="b"/>
              <a:pathLst>
                <a:path w="715" h="715" extrusionOk="0">
                  <a:moveTo>
                    <a:pt x="362" y="121"/>
                  </a:moveTo>
                  <a:cubicBezTo>
                    <a:pt x="492" y="121"/>
                    <a:pt x="604" y="232"/>
                    <a:pt x="604" y="362"/>
                  </a:cubicBezTo>
                  <a:cubicBezTo>
                    <a:pt x="604" y="492"/>
                    <a:pt x="492" y="604"/>
                    <a:pt x="362" y="604"/>
                  </a:cubicBezTo>
                  <a:cubicBezTo>
                    <a:pt x="223" y="604"/>
                    <a:pt x="121" y="492"/>
                    <a:pt x="121" y="362"/>
                  </a:cubicBezTo>
                  <a:cubicBezTo>
                    <a:pt x="121" y="232"/>
                    <a:pt x="223" y="121"/>
                    <a:pt x="362" y="121"/>
                  </a:cubicBezTo>
                  <a:close/>
                  <a:moveTo>
                    <a:pt x="362" y="1"/>
                  </a:moveTo>
                  <a:cubicBezTo>
                    <a:pt x="158" y="1"/>
                    <a:pt x="1" y="168"/>
                    <a:pt x="1" y="362"/>
                  </a:cubicBezTo>
                  <a:cubicBezTo>
                    <a:pt x="1" y="557"/>
                    <a:pt x="158" y="715"/>
                    <a:pt x="362" y="715"/>
                  </a:cubicBezTo>
                  <a:cubicBezTo>
                    <a:pt x="557" y="715"/>
                    <a:pt x="715" y="557"/>
                    <a:pt x="715" y="362"/>
                  </a:cubicBezTo>
                  <a:cubicBezTo>
                    <a:pt x="715" y="168"/>
                    <a:pt x="557" y="1"/>
                    <a:pt x="36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70" name="Google Shape;570;p20"/>
            <p:cNvSpPr/>
            <p:nvPr/>
          </p:nvSpPr>
          <p:spPr>
            <a:xfrm>
              <a:off x="5743641" y="2204582"/>
              <a:ext cx="264098" cy="247873"/>
            </a:xfrm>
            <a:custGeom>
              <a:avLst/>
              <a:gdLst/>
              <a:ahLst/>
              <a:cxnLst/>
              <a:rect l="l" t="t" r="r" b="b"/>
              <a:pathLst>
                <a:path w="4639" h="4354" extrusionOk="0">
                  <a:moveTo>
                    <a:pt x="93" y="1"/>
                  </a:moveTo>
                  <a:cubicBezTo>
                    <a:pt x="38" y="1"/>
                    <a:pt x="1" y="38"/>
                    <a:pt x="1" y="94"/>
                  </a:cubicBezTo>
                  <a:lnTo>
                    <a:pt x="1" y="3136"/>
                  </a:lnTo>
                  <a:cubicBezTo>
                    <a:pt x="1" y="3192"/>
                    <a:pt x="38" y="3229"/>
                    <a:pt x="93" y="3229"/>
                  </a:cubicBezTo>
                  <a:lnTo>
                    <a:pt x="1912" y="3229"/>
                  </a:lnTo>
                  <a:cubicBezTo>
                    <a:pt x="1939" y="3229"/>
                    <a:pt x="1958" y="3238"/>
                    <a:pt x="1977" y="3248"/>
                  </a:cubicBezTo>
                  <a:lnTo>
                    <a:pt x="3173" y="4333"/>
                  </a:lnTo>
                  <a:cubicBezTo>
                    <a:pt x="3190" y="4347"/>
                    <a:pt x="3210" y="4353"/>
                    <a:pt x="3231" y="4353"/>
                  </a:cubicBezTo>
                  <a:cubicBezTo>
                    <a:pt x="3277" y="4353"/>
                    <a:pt x="3322" y="4320"/>
                    <a:pt x="3322" y="4268"/>
                  </a:cubicBezTo>
                  <a:lnTo>
                    <a:pt x="3312" y="3313"/>
                  </a:lnTo>
                  <a:cubicBezTo>
                    <a:pt x="3312" y="3266"/>
                    <a:pt x="3350" y="3229"/>
                    <a:pt x="3396" y="3229"/>
                  </a:cubicBezTo>
                  <a:lnTo>
                    <a:pt x="4555" y="3229"/>
                  </a:lnTo>
                  <a:cubicBezTo>
                    <a:pt x="4602" y="3229"/>
                    <a:pt x="4639" y="3192"/>
                    <a:pt x="4639" y="3136"/>
                  </a:cubicBezTo>
                  <a:lnTo>
                    <a:pt x="4639" y="94"/>
                  </a:lnTo>
                  <a:cubicBezTo>
                    <a:pt x="4639" y="38"/>
                    <a:pt x="4602" y="1"/>
                    <a:pt x="455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71" name="Google Shape;571;p20"/>
            <p:cNvSpPr/>
            <p:nvPr/>
          </p:nvSpPr>
          <p:spPr>
            <a:xfrm>
              <a:off x="5740453" y="2201451"/>
              <a:ext cx="270474" cy="254079"/>
            </a:xfrm>
            <a:custGeom>
              <a:avLst/>
              <a:gdLst/>
              <a:ahLst/>
              <a:cxnLst/>
              <a:rect l="l" t="t" r="r" b="b"/>
              <a:pathLst>
                <a:path w="4751" h="4463" extrusionOk="0">
                  <a:moveTo>
                    <a:pt x="4611" y="111"/>
                  </a:moveTo>
                  <a:cubicBezTo>
                    <a:pt x="4621" y="111"/>
                    <a:pt x="4639" y="130"/>
                    <a:pt x="4639" y="139"/>
                  </a:cubicBezTo>
                  <a:lnTo>
                    <a:pt x="4639" y="3191"/>
                  </a:lnTo>
                  <a:cubicBezTo>
                    <a:pt x="4639" y="3210"/>
                    <a:pt x="4621" y="3219"/>
                    <a:pt x="4611" y="3219"/>
                  </a:cubicBezTo>
                  <a:lnTo>
                    <a:pt x="3452" y="3219"/>
                  </a:lnTo>
                  <a:cubicBezTo>
                    <a:pt x="3415" y="3219"/>
                    <a:pt x="3378" y="3238"/>
                    <a:pt x="3350" y="3266"/>
                  </a:cubicBezTo>
                  <a:cubicBezTo>
                    <a:pt x="3322" y="3293"/>
                    <a:pt x="3313" y="3330"/>
                    <a:pt x="3313" y="3368"/>
                  </a:cubicBezTo>
                  <a:lnTo>
                    <a:pt x="3313" y="4323"/>
                  </a:lnTo>
                  <a:cubicBezTo>
                    <a:pt x="3313" y="4342"/>
                    <a:pt x="3303" y="4342"/>
                    <a:pt x="3294" y="4351"/>
                  </a:cubicBezTo>
                  <a:cubicBezTo>
                    <a:pt x="3294" y="4351"/>
                    <a:pt x="3276" y="4351"/>
                    <a:pt x="3266" y="4342"/>
                  </a:cubicBezTo>
                  <a:lnTo>
                    <a:pt x="2070" y="3266"/>
                  </a:lnTo>
                  <a:cubicBezTo>
                    <a:pt x="2042" y="3238"/>
                    <a:pt x="2005" y="3228"/>
                    <a:pt x="1968" y="3228"/>
                  </a:cubicBezTo>
                  <a:lnTo>
                    <a:pt x="149" y="3228"/>
                  </a:lnTo>
                  <a:cubicBezTo>
                    <a:pt x="131" y="3228"/>
                    <a:pt x="112" y="3210"/>
                    <a:pt x="112" y="3191"/>
                  </a:cubicBezTo>
                  <a:lnTo>
                    <a:pt x="112" y="149"/>
                  </a:lnTo>
                  <a:cubicBezTo>
                    <a:pt x="112" y="130"/>
                    <a:pt x="131" y="111"/>
                    <a:pt x="149" y="111"/>
                  </a:cubicBezTo>
                  <a:close/>
                  <a:moveTo>
                    <a:pt x="140" y="0"/>
                  </a:moveTo>
                  <a:cubicBezTo>
                    <a:pt x="66" y="0"/>
                    <a:pt x="1" y="65"/>
                    <a:pt x="1" y="139"/>
                  </a:cubicBezTo>
                  <a:lnTo>
                    <a:pt x="1" y="3191"/>
                  </a:lnTo>
                  <a:cubicBezTo>
                    <a:pt x="1" y="3275"/>
                    <a:pt x="66" y="3340"/>
                    <a:pt x="140" y="3340"/>
                  </a:cubicBezTo>
                  <a:lnTo>
                    <a:pt x="1968" y="3340"/>
                  </a:lnTo>
                  <a:cubicBezTo>
                    <a:pt x="1977" y="3340"/>
                    <a:pt x="1986" y="3340"/>
                    <a:pt x="1986" y="3349"/>
                  </a:cubicBezTo>
                  <a:lnTo>
                    <a:pt x="3192" y="4425"/>
                  </a:lnTo>
                  <a:cubicBezTo>
                    <a:pt x="3220" y="4453"/>
                    <a:pt x="3248" y="4462"/>
                    <a:pt x="3285" y="4462"/>
                  </a:cubicBezTo>
                  <a:cubicBezTo>
                    <a:pt x="3303" y="4462"/>
                    <a:pt x="3322" y="4462"/>
                    <a:pt x="3350" y="4453"/>
                  </a:cubicBezTo>
                  <a:cubicBezTo>
                    <a:pt x="3396" y="4425"/>
                    <a:pt x="3433" y="4379"/>
                    <a:pt x="3433" y="4314"/>
                  </a:cubicBezTo>
                  <a:lnTo>
                    <a:pt x="3424" y="3368"/>
                  </a:lnTo>
                  <a:cubicBezTo>
                    <a:pt x="3424" y="3358"/>
                    <a:pt x="3424" y="3349"/>
                    <a:pt x="3433" y="3349"/>
                  </a:cubicBezTo>
                  <a:cubicBezTo>
                    <a:pt x="3433" y="3349"/>
                    <a:pt x="3443" y="3340"/>
                    <a:pt x="3452" y="3340"/>
                  </a:cubicBezTo>
                  <a:lnTo>
                    <a:pt x="4602" y="3340"/>
                  </a:lnTo>
                  <a:cubicBezTo>
                    <a:pt x="4686" y="3340"/>
                    <a:pt x="4751" y="3275"/>
                    <a:pt x="4751" y="3191"/>
                  </a:cubicBezTo>
                  <a:lnTo>
                    <a:pt x="4751" y="139"/>
                  </a:lnTo>
                  <a:cubicBezTo>
                    <a:pt x="4751" y="65"/>
                    <a:pt x="4686" y="0"/>
                    <a:pt x="460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72" name="Google Shape;572;p20"/>
            <p:cNvSpPr/>
            <p:nvPr/>
          </p:nvSpPr>
          <p:spPr>
            <a:xfrm>
              <a:off x="5914201" y="2279045"/>
              <a:ext cx="39168" cy="39168"/>
            </a:xfrm>
            <a:custGeom>
              <a:avLst/>
              <a:gdLst/>
              <a:ahLst/>
              <a:cxnLst/>
              <a:rect l="l" t="t" r="r" b="b"/>
              <a:pathLst>
                <a:path w="688" h="688" extrusionOk="0">
                  <a:moveTo>
                    <a:pt x="344" y="112"/>
                  </a:moveTo>
                  <a:cubicBezTo>
                    <a:pt x="474" y="112"/>
                    <a:pt x="567" y="214"/>
                    <a:pt x="567" y="344"/>
                  </a:cubicBezTo>
                  <a:cubicBezTo>
                    <a:pt x="567" y="465"/>
                    <a:pt x="465" y="567"/>
                    <a:pt x="344" y="567"/>
                  </a:cubicBezTo>
                  <a:cubicBezTo>
                    <a:pt x="214" y="567"/>
                    <a:pt x="122" y="465"/>
                    <a:pt x="122" y="344"/>
                  </a:cubicBezTo>
                  <a:cubicBezTo>
                    <a:pt x="122" y="214"/>
                    <a:pt x="224" y="112"/>
                    <a:pt x="344" y="112"/>
                  </a:cubicBezTo>
                  <a:close/>
                  <a:moveTo>
                    <a:pt x="344" y="1"/>
                  </a:moveTo>
                  <a:cubicBezTo>
                    <a:pt x="159" y="1"/>
                    <a:pt x="1" y="149"/>
                    <a:pt x="1" y="344"/>
                  </a:cubicBezTo>
                  <a:cubicBezTo>
                    <a:pt x="1" y="530"/>
                    <a:pt x="159" y="687"/>
                    <a:pt x="344" y="687"/>
                  </a:cubicBezTo>
                  <a:cubicBezTo>
                    <a:pt x="530" y="687"/>
                    <a:pt x="687" y="530"/>
                    <a:pt x="687" y="344"/>
                  </a:cubicBezTo>
                  <a:cubicBezTo>
                    <a:pt x="687" y="149"/>
                    <a:pt x="530" y="1"/>
                    <a:pt x="3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73" name="Google Shape;573;p20"/>
            <p:cNvSpPr/>
            <p:nvPr/>
          </p:nvSpPr>
          <p:spPr>
            <a:xfrm>
              <a:off x="5854027" y="2279045"/>
              <a:ext cx="39111" cy="39168"/>
            </a:xfrm>
            <a:custGeom>
              <a:avLst/>
              <a:gdLst/>
              <a:ahLst/>
              <a:cxnLst/>
              <a:rect l="l" t="t" r="r" b="b"/>
              <a:pathLst>
                <a:path w="687" h="688" extrusionOk="0">
                  <a:moveTo>
                    <a:pt x="344" y="112"/>
                  </a:moveTo>
                  <a:cubicBezTo>
                    <a:pt x="474" y="112"/>
                    <a:pt x="576" y="214"/>
                    <a:pt x="576" y="344"/>
                  </a:cubicBezTo>
                  <a:cubicBezTo>
                    <a:pt x="576" y="465"/>
                    <a:pt x="474" y="567"/>
                    <a:pt x="344" y="567"/>
                  </a:cubicBezTo>
                  <a:cubicBezTo>
                    <a:pt x="223" y="567"/>
                    <a:pt x="121" y="465"/>
                    <a:pt x="121" y="344"/>
                  </a:cubicBezTo>
                  <a:cubicBezTo>
                    <a:pt x="121" y="214"/>
                    <a:pt x="223" y="112"/>
                    <a:pt x="344" y="112"/>
                  </a:cubicBezTo>
                  <a:close/>
                  <a:moveTo>
                    <a:pt x="344" y="1"/>
                  </a:moveTo>
                  <a:cubicBezTo>
                    <a:pt x="158" y="1"/>
                    <a:pt x="0" y="149"/>
                    <a:pt x="0" y="344"/>
                  </a:cubicBezTo>
                  <a:cubicBezTo>
                    <a:pt x="0" y="530"/>
                    <a:pt x="158" y="687"/>
                    <a:pt x="344" y="687"/>
                  </a:cubicBezTo>
                  <a:cubicBezTo>
                    <a:pt x="538" y="687"/>
                    <a:pt x="687" y="530"/>
                    <a:pt x="687" y="344"/>
                  </a:cubicBezTo>
                  <a:cubicBezTo>
                    <a:pt x="687" y="149"/>
                    <a:pt x="538" y="1"/>
                    <a:pt x="3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74" name="Google Shape;574;p20"/>
            <p:cNvSpPr/>
            <p:nvPr/>
          </p:nvSpPr>
          <p:spPr>
            <a:xfrm>
              <a:off x="5794878" y="2279045"/>
              <a:ext cx="39111" cy="39168"/>
            </a:xfrm>
            <a:custGeom>
              <a:avLst/>
              <a:gdLst/>
              <a:ahLst/>
              <a:cxnLst/>
              <a:rect l="l" t="t" r="r" b="b"/>
              <a:pathLst>
                <a:path w="687" h="688" extrusionOk="0">
                  <a:moveTo>
                    <a:pt x="344" y="112"/>
                  </a:moveTo>
                  <a:cubicBezTo>
                    <a:pt x="464" y="112"/>
                    <a:pt x="566" y="214"/>
                    <a:pt x="566" y="344"/>
                  </a:cubicBezTo>
                  <a:cubicBezTo>
                    <a:pt x="566" y="465"/>
                    <a:pt x="464" y="567"/>
                    <a:pt x="344" y="567"/>
                  </a:cubicBezTo>
                  <a:cubicBezTo>
                    <a:pt x="214" y="567"/>
                    <a:pt x="112" y="465"/>
                    <a:pt x="112" y="344"/>
                  </a:cubicBezTo>
                  <a:cubicBezTo>
                    <a:pt x="112" y="214"/>
                    <a:pt x="214" y="112"/>
                    <a:pt x="344" y="112"/>
                  </a:cubicBezTo>
                  <a:close/>
                  <a:moveTo>
                    <a:pt x="344" y="1"/>
                  </a:moveTo>
                  <a:cubicBezTo>
                    <a:pt x="149" y="1"/>
                    <a:pt x="0" y="149"/>
                    <a:pt x="0" y="344"/>
                  </a:cubicBezTo>
                  <a:cubicBezTo>
                    <a:pt x="0" y="530"/>
                    <a:pt x="158" y="687"/>
                    <a:pt x="344" y="687"/>
                  </a:cubicBezTo>
                  <a:cubicBezTo>
                    <a:pt x="529" y="687"/>
                    <a:pt x="687" y="530"/>
                    <a:pt x="687" y="344"/>
                  </a:cubicBezTo>
                  <a:cubicBezTo>
                    <a:pt x="687" y="149"/>
                    <a:pt x="529" y="1"/>
                    <a:pt x="3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75" name="Google Shape;575;p20"/>
            <p:cNvSpPr/>
            <p:nvPr/>
          </p:nvSpPr>
          <p:spPr>
            <a:xfrm>
              <a:off x="7974415" y="2277337"/>
              <a:ext cx="216049" cy="210413"/>
            </a:xfrm>
            <a:custGeom>
              <a:avLst/>
              <a:gdLst/>
              <a:ahLst/>
              <a:cxnLst/>
              <a:rect l="l" t="t" r="r" b="b"/>
              <a:pathLst>
                <a:path w="3795" h="3696" extrusionOk="0">
                  <a:moveTo>
                    <a:pt x="1842" y="1"/>
                  </a:moveTo>
                  <a:cubicBezTo>
                    <a:pt x="849" y="1"/>
                    <a:pt x="35" y="795"/>
                    <a:pt x="0" y="1784"/>
                  </a:cubicBezTo>
                  <a:cubicBezTo>
                    <a:pt x="0" y="1821"/>
                    <a:pt x="28" y="1849"/>
                    <a:pt x="65" y="1849"/>
                  </a:cubicBezTo>
                  <a:lnTo>
                    <a:pt x="1846" y="1849"/>
                  </a:lnTo>
                  <a:lnTo>
                    <a:pt x="1846" y="3621"/>
                  </a:lnTo>
                  <a:cubicBezTo>
                    <a:pt x="1846" y="3658"/>
                    <a:pt x="1874" y="3695"/>
                    <a:pt x="1911" y="3695"/>
                  </a:cubicBezTo>
                  <a:cubicBezTo>
                    <a:pt x="2969" y="3649"/>
                    <a:pt x="3795" y="2730"/>
                    <a:pt x="3674" y="1636"/>
                  </a:cubicBezTo>
                  <a:cubicBezTo>
                    <a:pt x="3581" y="791"/>
                    <a:pt x="2895" y="105"/>
                    <a:pt x="2051" y="12"/>
                  </a:cubicBezTo>
                  <a:cubicBezTo>
                    <a:pt x="1980" y="4"/>
                    <a:pt x="1911" y="1"/>
                    <a:pt x="184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76" name="Google Shape;576;p20"/>
            <p:cNvSpPr/>
            <p:nvPr/>
          </p:nvSpPr>
          <p:spPr>
            <a:xfrm>
              <a:off x="7970715" y="2274035"/>
              <a:ext cx="219750" cy="216846"/>
            </a:xfrm>
            <a:custGeom>
              <a:avLst/>
              <a:gdLst/>
              <a:ahLst/>
              <a:cxnLst/>
              <a:rect l="l" t="t" r="r" b="b"/>
              <a:pathLst>
                <a:path w="3860" h="3809" extrusionOk="0">
                  <a:moveTo>
                    <a:pt x="1902" y="117"/>
                  </a:moveTo>
                  <a:cubicBezTo>
                    <a:pt x="1976" y="117"/>
                    <a:pt x="2041" y="117"/>
                    <a:pt x="2106" y="126"/>
                  </a:cubicBezTo>
                  <a:cubicBezTo>
                    <a:pt x="2932" y="219"/>
                    <a:pt x="3591" y="877"/>
                    <a:pt x="3683" y="1703"/>
                  </a:cubicBezTo>
                  <a:cubicBezTo>
                    <a:pt x="3739" y="2204"/>
                    <a:pt x="3591" y="2696"/>
                    <a:pt x="3257" y="3076"/>
                  </a:cubicBezTo>
                  <a:cubicBezTo>
                    <a:pt x="2941" y="3447"/>
                    <a:pt x="2468" y="3670"/>
                    <a:pt x="1976" y="3688"/>
                  </a:cubicBezTo>
                  <a:lnTo>
                    <a:pt x="1976" y="3753"/>
                  </a:lnTo>
                  <a:lnTo>
                    <a:pt x="1967" y="3679"/>
                  </a:lnTo>
                  <a:lnTo>
                    <a:pt x="1967" y="1907"/>
                  </a:lnTo>
                  <a:cubicBezTo>
                    <a:pt x="1967" y="1870"/>
                    <a:pt x="1939" y="1851"/>
                    <a:pt x="1902" y="1851"/>
                  </a:cubicBezTo>
                  <a:lnTo>
                    <a:pt x="121" y="1842"/>
                  </a:lnTo>
                  <a:cubicBezTo>
                    <a:pt x="140" y="1341"/>
                    <a:pt x="362" y="877"/>
                    <a:pt x="743" y="553"/>
                  </a:cubicBezTo>
                  <a:cubicBezTo>
                    <a:pt x="1067" y="265"/>
                    <a:pt x="1475" y="117"/>
                    <a:pt x="1902" y="117"/>
                  </a:cubicBezTo>
                  <a:close/>
                  <a:moveTo>
                    <a:pt x="1889" y="0"/>
                  </a:moveTo>
                  <a:cubicBezTo>
                    <a:pt x="1436" y="0"/>
                    <a:pt x="1007" y="159"/>
                    <a:pt x="659" y="460"/>
                  </a:cubicBezTo>
                  <a:cubicBezTo>
                    <a:pt x="260" y="812"/>
                    <a:pt x="19" y="1304"/>
                    <a:pt x="0" y="1833"/>
                  </a:cubicBezTo>
                  <a:cubicBezTo>
                    <a:pt x="0" y="1870"/>
                    <a:pt x="19" y="1898"/>
                    <a:pt x="38" y="1926"/>
                  </a:cubicBezTo>
                  <a:cubicBezTo>
                    <a:pt x="65" y="1944"/>
                    <a:pt x="93" y="1963"/>
                    <a:pt x="130" y="1963"/>
                  </a:cubicBezTo>
                  <a:lnTo>
                    <a:pt x="1846" y="1963"/>
                  </a:lnTo>
                  <a:lnTo>
                    <a:pt x="1846" y="3679"/>
                  </a:lnTo>
                  <a:cubicBezTo>
                    <a:pt x="1846" y="3716"/>
                    <a:pt x="1865" y="3744"/>
                    <a:pt x="1884" y="3772"/>
                  </a:cubicBezTo>
                  <a:cubicBezTo>
                    <a:pt x="1911" y="3790"/>
                    <a:pt x="1939" y="3809"/>
                    <a:pt x="1976" y="3809"/>
                  </a:cubicBezTo>
                  <a:cubicBezTo>
                    <a:pt x="2505" y="3790"/>
                    <a:pt x="3006" y="3549"/>
                    <a:pt x="3349" y="3150"/>
                  </a:cubicBezTo>
                  <a:cubicBezTo>
                    <a:pt x="3693" y="2742"/>
                    <a:pt x="3860" y="2222"/>
                    <a:pt x="3795" y="1684"/>
                  </a:cubicBezTo>
                  <a:cubicBezTo>
                    <a:pt x="3702" y="812"/>
                    <a:pt x="2997" y="107"/>
                    <a:pt x="2125" y="15"/>
                  </a:cubicBezTo>
                  <a:cubicBezTo>
                    <a:pt x="2046" y="5"/>
                    <a:pt x="1967" y="0"/>
                    <a:pt x="188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77" name="Google Shape;577;p20"/>
            <p:cNvSpPr/>
            <p:nvPr/>
          </p:nvSpPr>
          <p:spPr>
            <a:xfrm>
              <a:off x="7946406" y="2402126"/>
              <a:ext cx="113063" cy="113120"/>
            </a:xfrm>
            <a:custGeom>
              <a:avLst/>
              <a:gdLst/>
              <a:ahLst/>
              <a:cxnLst/>
              <a:rect l="l" t="t" r="r" b="b"/>
              <a:pathLst>
                <a:path w="1986" h="1987" extrusionOk="0">
                  <a:moveTo>
                    <a:pt x="75" y="0"/>
                  </a:moveTo>
                  <a:cubicBezTo>
                    <a:pt x="38" y="0"/>
                    <a:pt x="1" y="47"/>
                    <a:pt x="1" y="84"/>
                  </a:cubicBezTo>
                  <a:cubicBezTo>
                    <a:pt x="38" y="1123"/>
                    <a:pt x="873" y="1948"/>
                    <a:pt x="1902" y="1985"/>
                  </a:cubicBezTo>
                  <a:cubicBezTo>
                    <a:pt x="1907" y="1986"/>
                    <a:pt x="1912" y="1987"/>
                    <a:pt x="1917" y="1987"/>
                  </a:cubicBezTo>
                  <a:cubicBezTo>
                    <a:pt x="1956" y="1987"/>
                    <a:pt x="1986" y="1953"/>
                    <a:pt x="1986" y="1911"/>
                  </a:cubicBezTo>
                  <a:lnTo>
                    <a:pt x="1986" y="84"/>
                  </a:lnTo>
                  <a:cubicBezTo>
                    <a:pt x="1986" y="37"/>
                    <a:pt x="1949" y="0"/>
                    <a:pt x="190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78" name="Google Shape;578;p20"/>
            <p:cNvSpPr/>
            <p:nvPr/>
          </p:nvSpPr>
          <p:spPr>
            <a:xfrm>
              <a:off x="7942706" y="2398938"/>
              <a:ext cx="119952" cy="119952"/>
            </a:xfrm>
            <a:custGeom>
              <a:avLst/>
              <a:gdLst/>
              <a:ahLst/>
              <a:cxnLst/>
              <a:rect l="l" t="t" r="r" b="b"/>
              <a:pathLst>
                <a:path w="2107" h="2107" extrusionOk="0">
                  <a:moveTo>
                    <a:pt x="1967" y="121"/>
                  </a:moveTo>
                  <a:cubicBezTo>
                    <a:pt x="1977" y="121"/>
                    <a:pt x="1986" y="130"/>
                    <a:pt x="1986" y="140"/>
                  </a:cubicBezTo>
                  <a:lnTo>
                    <a:pt x="1986" y="1967"/>
                  </a:lnTo>
                  <a:cubicBezTo>
                    <a:pt x="1986" y="1967"/>
                    <a:pt x="1986" y="1977"/>
                    <a:pt x="1986" y="1986"/>
                  </a:cubicBezTo>
                  <a:lnTo>
                    <a:pt x="1967" y="1986"/>
                  </a:lnTo>
                  <a:cubicBezTo>
                    <a:pt x="975" y="1949"/>
                    <a:pt x="158" y="1132"/>
                    <a:pt x="121" y="140"/>
                  </a:cubicBezTo>
                  <a:cubicBezTo>
                    <a:pt x="121" y="130"/>
                    <a:pt x="121" y="130"/>
                    <a:pt x="131" y="121"/>
                  </a:cubicBezTo>
                  <a:close/>
                  <a:moveTo>
                    <a:pt x="140" y="1"/>
                  </a:moveTo>
                  <a:cubicBezTo>
                    <a:pt x="103" y="1"/>
                    <a:pt x="66" y="19"/>
                    <a:pt x="47" y="47"/>
                  </a:cubicBezTo>
                  <a:cubicBezTo>
                    <a:pt x="19" y="75"/>
                    <a:pt x="1" y="112"/>
                    <a:pt x="1" y="149"/>
                  </a:cubicBezTo>
                  <a:cubicBezTo>
                    <a:pt x="47" y="1197"/>
                    <a:pt x="910" y="2060"/>
                    <a:pt x="1967" y="2106"/>
                  </a:cubicBezTo>
                  <a:cubicBezTo>
                    <a:pt x="2005" y="2106"/>
                    <a:pt x="2042" y="2088"/>
                    <a:pt x="2060" y="2069"/>
                  </a:cubicBezTo>
                  <a:cubicBezTo>
                    <a:pt x="2088" y="2041"/>
                    <a:pt x="2107" y="2004"/>
                    <a:pt x="2107" y="1967"/>
                  </a:cubicBezTo>
                  <a:lnTo>
                    <a:pt x="2107" y="140"/>
                  </a:lnTo>
                  <a:cubicBezTo>
                    <a:pt x="2107" y="66"/>
                    <a:pt x="2042" y="1"/>
                    <a:pt x="19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79" name="Google Shape;579;p20"/>
            <p:cNvSpPr/>
            <p:nvPr/>
          </p:nvSpPr>
          <p:spPr>
            <a:xfrm>
              <a:off x="7741005" y="2150215"/>
              <a:ext cx="160030" cy="159518"/>
            </a:xfrm>
            <a:custGeom>
              <a:avLst/>
              <a:gdLst/>
              <a:ahLst/>
              <a:cxnLst/>
              <a:rect l="l" t="t" r="r" b="b"/>
              <a:pathLst>
                <a:path w="2811" h="2802" extrusionOk="0">
                  <a:moveTo>
                    <a:pt x="1410" y="0"/>
                  </a:moveTo>
                  <a:cubicBezTo>
                    <a:pt x="631" y="0"/>
                    <a:pt x="0" y="631"/>
                    <a:pt x="0" y="1401"/>
                  </a:cubicBezTo>
                  <a:cubicBezTo>
                    <a:pt x="0" y="2180"/>
                    <a:pt x="631" y="2802"/>
                    <a:pt x="1410" y="2802"/>
                  </a:cubicBezTo>
                  <a:cubicBezTo>
                    <a:pt x="2180" y="2802"/>
                    <a:pt x="2811" y="2180"/>
                    <a:pt x="2811" y="1401"/>
                  </a:cubicBezTo>
                  <a:cubicBezTo>
                    <a:pt x="2811" y="631"/>
                    <a:pt x="2180" y="0"/>
                    <a:pt x="141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80" name="Google Shape;580;p20"/>
            <p:cNvSpPr/>
            <p:nvPr/>
          </p:nvSpPr>
          <p:spPr>
            <a:xfrm>
              <a:off x="7737817" y="2147027"/>
              <a:ext cx="166406" cy="166406"/>
            </a:xfrm>
            <a:custGeom>
              <a:avLst/>
              <a:gdLst/>
              <a:ahLst/>
              <a:cxnLst/>
              <a:rect l="l" t="t" r="r" b="b"/>
              <a:pathLst>
                <a:path w="2923" h="2923" extrusionOk="0">
                  <a:moveTo>
                    <a:pt x="1466" y="121"/>
                  </a:moveTo>
                  <a:cubicBezTo>
                    <a:pt x="2208" y="121"/>
                    <a:pt x="2811" y="724"/>
                    <a:pt x="2811" y="1457"/>
                  </a:cubicBezTo>
                  <a:cubicBezTo>
                    <a:pt x="2811" y="2199"/>
                    <a:pt x="2208" y="2802"/>
                    <a:pt x="1466" y="2802"/>
                  </a:cubicBezTo>
                  <a:cubicBezTo>
                    <a:pt x="724" y="2802"/>
                    <a:pt x="121" y="2199"/>
                    <a:pt x="121" y="1457"/>
                  </a:cubicBezTo>
                  <a:cubicBezTo>
                    <a:pt x="121" y="724"/>
                    <a:pt x="724" y="121"/>
                    <a:pt x="1466" y="121"/>
                  </a:cubicBezTo>
                  <a:close/>
                  <a:moveTo>
                    <a:pt x="1466" y="1"/>
                  </a:moveTo>
                  <a:cubicBezTo>
                    <a:pt x="659" y="1"/>
                    <a:pt x="0" y="659"/>
                    <a:pt x="0" y="1457"/>
                  </a:cubicBezTo>
                  <a:cubicBezTo>
                    <a:pt x="0" y="2264"/>
                    <a:pt x="659" y="2923"/>
                    <a:pt x="1466" y="2923"/>
                  </a:cubicBezTo>
                  <a:cubicBezTo>
                    <a:pt x="2264" y="2923"/>
                    <a:pt x="2923" y="2264"/>
                    <a:pt x="2923" y="1457"/>
                  </a:cubicBezTo>
                  <a:cubicBezTo>
                    <a:pt x="2923" y="659"/>
                    <a:pt x="2264" y="1"/>
                    <a:pt x="14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81" name="Google Shape;581;p20"/>
            <p:cNvSpPr/>
            <p:nvPr/>
          </p:nvSpPr>
          <p:spPr>
            <a:xfrm>
              <a:off x="7784272" y="2170538"/>
              <a:ext cx="116763" cy="82719"/>
            </a:xfrm>
            <a:custGeom>
              <a:avLst/>
              <a:gdLst/>
              <a:ahLst/>
              <a:cxnLst/>
              <a:rect l="l" t="t" r="r" b="b"/>
              <a:pathLst>
                <a:path w="2051" h="1453" extrusionOk="0">
                  <a:moveTo>
                    <a:pt x="1985" y="0"/>
                  </a:moveTo>
                  <a:cubicBezTo>
                    <a:pt x="1970" y="0"/>
                    <a:pt x="1954" y="5"/>
                    <a:pt x="1940" y="14"/>
                  </a:cubicBezTo>
                  <a:lnTo>
                    <a:pt x="632" y="1322"/>
                  </a:lnTo>
                  <a:cubicBezTo>
                    <a:pt x="627" y="1327"/>
                    <a:pt x="622" y="1329"/>
                    <a:pt x="618" y="1329"/>
                  </a:cubicBezTo>
                  <a:cubicBezTo>
                    <a:pt x="613" y="1329"/>
                    <a:pt x="608" y="1327"/>
                    <a:pt x="604" y="1322"/>
                  </a:cubicBezTo>
                  <a:lnTo>
                    <a:pt x="103" y="821"/>
                  </a:lnTo>
                  <a:cubicBezTo>
                    <a:pt x="94" y="812"/>
                    <a:pt x="80" y="808"/>
                    <a:pt x="65" y="808"/>
                  </a:cubicBezTo>
                  <a:cubicBezTo>
                    <a:pt x="49" y="808"/>
                    <a:pt x="33" y="812"/>
                    <a:pt x="19" y="821"/>
                  </a:cubicBezTo>
                  <a:cubicBezTo>
                    <a:pt x="1" y="849"/>
                    <a:pt x="1" y="886"/>
                    <a:pt x="19" y="905"/>
                  </a:cubicBezTo>
                  <a:lnTo>
                    <a:pt x="520" y="1406"/>
                  </a:lnTo>
                  <a:cubicBezTo>
                    <a:pt x="548" y="1434"/>
                    <a:pt x="585" y="1452"/>
                    <a:pt x="622" y="1452"/>
                  </a:cubicBezTo>
                  <a:cubicBezTo>
                    <a:pt x="650" y="1452"/>
                    <a:pt x="687" y="1434"/>
                    <a:pt x="715" y="1406"/>
                  </a:cubicBezTo>
                  <a:lnTo>
                    <a:pt x="2023" y="98"/>
                  </a:lnTo>
                  <a:cubicBezTo>
                    <a:pt x="2051" y="70"/>
                    <a:pt x="2051" y="42"/>
                    <a:pt x="2023" y="14"/>
                  </a:cubicBezTo>
                  <a:cubicBezTo>
                    <a:pt x="2014" y="5"/>
                    <a:pt x="2000" y="0"/>
                    <a:pt x="198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82" name="Google Shape;582;p20"/>
            <p:cNvSpPr/>
            <p:nvPr/>
          </p:nvSpPr>
          <p:spPr>
            <a:xfrm>
              <a:off x="6906023" y="3777817"/>
              <a:ext cx="89836" cy="89323"/>
            </a:xfrm>
            <a:custGeom>
              <a:avLst/>
              <a:gdLst/>
              <a:ahLst/>
              <a:cxnLst/>
              <a:rect l="l" t="t" r="r" b="b"/>
              <a:pathLst>
                <a:path w="1578" h="1569" extrusionOk="0">
                  <a:moveTo>
                    <a:pt x="789" y="1"/>
                  </a:moveTo>
                  <a:cubicBezTo>
                    <a:pt x="353" y="1"/>
                    <a:pt x="1" y="353"/>
                    <a:pt x="1" y="780"/>
                  </a:cubicBezTo>
                  <a:cubicBezTo>
                    <a:pt x="1" y="1216"/>
                    <a:pt x="353" y="1569"/>
                    <a:pt x="789" y="1569"/>
                  </a:cubicBezTo>
                  <a:cubicBezTo>
                    <a:pt x="1225" y="1569"/>
                    <a:pt x="1578" y="1216"/>
                    <a:pt x="1578" y="780"/>
                  </a:cubicBezTo>
                  <a:cubicBezTo>
                    <a:pt x="1578" y="353"/>
                    <a:pt x="1225" y="1"/>
                    <a:pt x="789" y="1"/>
                  </a:cubicBez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83" name="Google Shape;583;p20"/>
            <p:cNvSpPr/>
            <p:nvPr/>
          </p:nvSpPr>
          <p:spPr>
            <a:xfrm>
              <a:off x="6902835" y="3774116"/>
              <a:ext cx="96212" cy="96212"/>
            </a:xfrm>
            <a:custGeom>
              <a:avLst/>
              <a:gdLst/>
              <a:ahLst/>
              <a:cxnLst/>
              <a:rect l="l" t="t" r="r" b="b"/>
              <a:pathLst>
                <a:path w="1690" h="1690" extrusionOk="0">
                  <a:moveTo>
                    <a:pt x="845" y="122"/>
                  </a:moveTo>
                  <a:cubicBezTo>
                    <a:pt x="1244" y="122"/>
                    <a:pt x="1578" y="446"/>
                    <a:pt x="1578" y="845"/>
                  </a:cubicBezTo>
                  <a:cubicBezTo>
                    <a:pt x="1578" y="1244"/>
                    <a:pt x="1244" y="1578"/>
                    <a:pt x="845" y="1578"/>
                  </a:cubicBezTo>
                  <a:cubicBezTo>
                    <a:pt x="446" y="1578"/>
                    <a:pt x="122" y="1244"/>
                    <a:pt x="122" y="845"/>
                  </a:cubicBezTo>
                  <a:cubicBezTo>
                    <a:pt x="122" y="446"/>
                    <a:pt x="446" y="122"/>
                    <a:pt x="845" y="122"/>
                  </a:cubicBezTo>
                  <a:close/>
                  <a:moveTo>
                    <a:pt x="845" y="1"/>
                  </a:moveTo>
                  <a:cubicBezTo>
                    <a:pt x="381" y="1"/>
                    <a:pt x="1" y="381"/>
                    <a:pt x="1" y="845"/>
                  </a:cubicBezTo>
                  <a:cubicBezTo>
                    <a:pt x="1" y="1309"/>
                    <a:pt x="381" y="1689"/>
                    <a:pt x="845" y="1689"/>
                  </a:cubicBezTo>
                  <a:cubicBezTo>
                    <a:pt x="1309" y="1689"/>
                    <a:pt x="1689" y="1318"/>
                    <a:pt x="1689" y="845"/>
                  </a:cubicBezTo>
                  <a:cubicBezTo>
                    <a:pt x="1689" y="381"/>
                    <a:pt x="1309" y="1"/>
                    <a:pt x="84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84" name="Google Shape;584;p20"/>
            <p:cNvSpPr/>
            <p:nvPr/>
          </p:nvSpPr>
          <p:spPr>
            <a:xfrm>
              <a:off x="5894162" y="2528850"/>
              <a:ext cx="2115690" cy="1276541"/>
            </a:xfrm>
            <a:custGeom>
              <a:avLst/>
              <a:gdLst/>
              <a:ahLst/>
              <a:cxnLst/>
              <a:rect l="l" t="t" r="r" b="b"/>
              <a:pathLst>
                <a:path w="37163" h="22423" extrusionOk="0">
                  <a:moveTo>
                    <a:pt x="1188" y="1"/>
                  </a:moveTo>
                  <a:cubicBezTo>
                    <a:pt x="529" y="1"/>
                    <a:pt x="0" y="502"/>
                    <a:pt x="0" y="1114"/>
                  </a:cubicBezTo>
                  <a:lnTo>
                    <a:pt x="0" y="21300"/>
                  </a:lnTo>
                  <a:cubicBezTo>
                    <a:pt x="0" y="21921"/>
                    <a:pt x="529" y="22422"/>
                    <a:pt x="1188" y="22422"/>
                  </a:cubicBezTo>
                  <a:lnTo>
                    <a:pt x="35975" y="22422"/>
                  </a:lnTo>
                  <a:cubicBezTo>
                    <a:pt x="36625" y="22422"/>
                    <a:pt x="37163" y="21921"/>
                    <a:pt x="37163" y="21300"/>
                  </a:cubicBezTo>
                  <a:lnTo>
                    <a:pt x="37163" y="1114"/>
                  </a:lnTo>
                  <a:cubicBezTo>
                    <a:pt x="37163" y="502"/>
                    <a:pt x="36625" y="1"/>
                    <a:pt x="3597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85" name="Google Shape;585;p20"/>
            <p:cNvSpPr/>
            <p:nvPr/>
          </p:nvSpPr>
          <p:spPr>
            <a:xfrm>
              <a:off x="5890974" y="2525662"/>
              <a:ext cx="2122066" cy="1282861"/>
            </a:xfrm>
            <a:custGeom>
              <a:avLst/>
              <a:gdLst/>
              <a:ahLst/>
              <a:cxnLst/>
              <a:rect l="l" t="t" r="r" b="b"/>
              <a:pathLst>
                <a:path w="37275" h="22534" extrusionOk="0">
                  <a:moveTo>
                    <a:pt x="36022" y="112"/>
                  </a:moveTo>
                  <a:cubicBezTo>
                    <a:pt x="36653" y="112"/>
                    <a:pt x="37163" y="585"/>
                    <a:pt x="37163" y="1170"/>
                  </a:cubicBezTo>
                  <a:lnTo>
                    <a:pt x="37163" y="21356"/>
                  </a:lnTo>
                  <a:cubicBezTo>
                    <a:pt x="37163" y="21940"/>
                    <a:pt x="36653" y="22413"/>
                    <a:pt x="36022" y="22413"/>
                  </a:cubicBezTo>
                  <a:lnTo>
                    <a:pt x="1244" y="22413"/>
                  </a:lnTo>
                  <a:cubicBezTo>
                    <a:pt x="622" y="22413"/>
                    <a:pt x="112" y="21940"/>
                    <a:pt x="112" y="21356"/>
                  </a:cubicBezTo>
                  <a:lnTo>
                    <a:pt x="112" y="1170"/>
                  </a:lnTo>
                  <a:cubicBezTo>
                    <a:pt x="112" y="585"/>
                    <a:pt x="622" y="112"/>
                    <a:pt x="1244" y="112"/>
                  </a:cubicBezTo>
                  <a:close/>
                  <a:moveTo>
                    <a:pt x="1244" y="1"/>
                  </a:moveTo>
                  <a:cubicBezTo>
                    <a:pt x="557" y="1"/>
                    <a:pt x="1" y="530"/>
                    <a:pt x="1" y="1170"/>
                  </a:cubicBezTo>
                  <a:lnTo>
                    <a:pt x="1" y="21356"/>
                  </a:lnTo>
                  <a:cubicBezTo>
                    <a:pt x="1" y="22005"/>
                    <a:pt x="557" y="22534"/>
                    <a:pt x="1244" y="22534"/>
                  </a:cubicBezTo>
                  <a:lnTo>
                    <a:pt x="36031" y="22534"/>
                  </a:lnTo>
                  <a:cubicBezTo>
                    <a:pt x="36718" y="22534"/>
                    <a:pt x="37275" y="22005"/>
                    <a:pt x="37275" y="21356"/>
                  </a:cubicBezTo>
                  <a:lnTo>
                    <a:pt x="37275" y="1170"/>
                  </a:lnTo>
                  <a:cubicBezTo>
                    <a:pt x="37275" y="530"/>
                    <a:pt x="36718" y="1"/>
                    <a:pt x="3603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86" name="Google Shape;586;p20"/>
            <p:cNvSpPr/>
            <p:nvPr/>
          </p:nvSpPr>
          <p:spPr>
            <a:xfrm>
              <a:off x="5995041" y="2636047"/>
              <a:ext cx="1891272" cy="1092771"/>
            </a:xfrm>
            <a:custGeom>
              <a:avLst/>
              <a:gdLst/>
              <a:ahLst/>
              <a:cxnLst/>
              <a:rect l="l" t="t" r="r" b="b"/>
              <a:pathLst>
                <a:path w="33221" h="19195" extrusionOk="0">
                  <a:moveTo>
                    <a:pt x="0" y="1"/>
                  </a:moveTo>
                  <a:lnTo>
                    <a:pt x="0" y="19194"/>
                  </a:lnTo>
                  <a:lnTo>
                    <a:pt x="33220" y="19194"/>
                  </a:lnTo>
                  <a:lnTo>
                    <a:pt x="3322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87" name="Google Shape;587;p20"/>
            <p:cNvSpPr/>
            <p:nvPr/>
          </p:nvSpPr>
          <p:spPr>
            <a:xfrm>
              <a:off x="5991341" y="2632916"/>
              <a:ext cx="1898103" cy="1099603"/>
            </a:xfrm>
            <a:custGeom>
              <a:avLst/>
              <a:gdLst/>
              <a:ahLst/>
              <a:cxnLst/>
              <a:rect l="l" t="t" r="r" b="b"/>
              <a:pathLst>
                <a:path w="33341" h="19315" extrusionOk="0">
                  <a:moveTo>
                    <a:pt x="33230" y="111"/>
                  </a:moveTo>
                  <a:lnTo>
                    <a:pt x="33230" y="19194"/>
                  </a:lnTo>
                  <a:lnTo>
                    <a:pt x="121" y="19194"/>
                  </a:lnTo>
                  <a:lnTo>
                    <a:pt x="121" y="111"/>
                  </a:lnTo>
                  <a:close/>
                  <a:moveTo>
                    <a:pt x="0" y="0"/>
                  </a:moveTo>
                  <a:lnTo>
                    <a:pt x="0" y="19314"/>
                  </a:lnTo>
                  <a:lnTo>
                    <a:pt x="33341" y="19314"/>
                  </a:lnTo>
                  <a:lnTo>
                    <a:pt x="3334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88" name="Google Shape;588;p20"/>
            <p:cNvSpPr/>
            <p:nvPr/>
          </p:nvSpPr>
          <p:spPr>
            <a:xfrm>
              <a:off x="6933520" y="2560559"/>
              <a:ext cx="36492" cy="35980"/>
            </a:xfrm>
            <a:custGeom>
              <a:avLst/>
              <a:gdLst/>
              <a:ahLst/>
              <a:cxnLst/>
              <a:rect l="l" t="t" r="r" b="b"/>
              <a:pathLst>
                <a:path w="641" h="632" extrusionOk="0">
                  <a:moveTo>
                    <a:pt x="325" y="0"/>
                  </a:moveTo>
                  <a:cubicBezTo>
                    <a:pt x="148" y="0"/>
                    <a:pt x="0" y="139"/>
                    <a:pt x="0" y="316"/>
                  </a:cubicBezTo>
                  <a:cubicBezTo>
                    <a:pt x="0" y="492"/>
                    <a:pt x="148" y="631"/>
                    <a:pt x="325" y="631"/>
                  </a:cubicBezTo>
                  <a:cubicBezTo>
                    <a:pt x="501" y="631"/>
                    <a:pt x="640" y="492"/>
                    <a:pt x="640" y="316"/>
                  </a:cubicBezTo>
                  <a:cubicBezTo>
                    <a:pt x="640" y="139"/>
                    <a:pt x="501" y="0"/>
                    <a:pt x="32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89" name="Google Shape;589;p20"/>
            <p:cNvSpPr/>
            <p:nvPr/>
          </p:nvSpPr>
          <p:spPr>
            <a:xfrm>
              <a:off x="6930332" y="2556859"/>
              <a:ext cx="43381" cy="43324"/>
            </a:xfrm>
            <a:custGeom>
              <a:avLst/>
              <a:gdLst/>
              <a:ahLst/>
              <a:cxnLst/>
              <a:rect l="l" t="t" r="r" b="b"/>
              <a:pathLst>
                <a:path w="762" h="761" extrusionOk="0">
                  <a:moveTo>
                    <a:pt x="381" y="121"/>
                  </a:moveTo>
                  <a:cubicBezTo>
                    <a:pt x="520" y="121"/>
                    <a:pt x="640" y="232"/>
                    <a:pt x="640" y="381"/>
                  </a:cubicBezTo>
                  <a:cubicBezTo>
                    <a:pt x="640" y="520"/>
                    <a:pt x="520" y="640"/>
                    <a:pt x="381" y="640"/>
                  </a:cubicBezTo>
                  <a:cubicBezTo>
                    <a:pt x="232" y="640"/>
                    <a:pt x="121" y="520"/>
                    <a:pt x="121" y="381"/>
                  </a:cubicBezTo>
                  <a:cubicBezTo>
                    <a:pt x="121" y="232"/>
                    <a:pt x="232" y="121"/>
                    <a:pt x="381" y="121"/>
                  </a:cubicBezTo>
                  <a:close/>
                  <a:moveTo>
                    <a:pt x="381" y="0"/>
                  </a:moveTo>
                  <a:cubicBezTo>
                    <a:pt x="177" y="0"/>
                    <a:pt x="0" y="177"/>
                    <a:pt x="0" y="381"/>
                  </a:cubicBezTo>
                  <a:cubicBezTo>
                    <a:pt x="0" y="585"/>
                    <a:pt x="177" y="761"/>
                    <a:pt x="381" y="761"/>
                  </a:cubicBezTo>
                  <a:cubicBezTo>
                    <a:pt x="585" y="761"/>
                    <a:pt x="752" y="585"/>
                    <a:pt x="761" y="381"/>
                  </a:cubicBezTo>
                  <a:cubicBezTo>
                    <a:pt x="761" y="177"/>
                    <a:pt x="585" y="0"/>
                    <a:pt x="3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90" name="Google Shape;590;p20"/>
            <p:cNvSpPr/>
            <p:nvPr/>
          </p:nvSpPr>
          <p:spPr>
            <a:xfrm>
              <a:off x="6645116" y="3892415"/>
              <a:ext cx="603173" cy="368166"/>
            </a:xfrm>
            <a:custGeom>
              <a:avLst/>
              <a:gdLst/>
              <a:ahLst/>
              <a:cxnLst/>
              <a:rect l="l" t="t" r="r" b="b"/>
              <a:pathLst>
                <a:path w="10595" h="6467" extrusionOk="0">
                  <a:moveTo>
                    <a:pt x="1263" y="1"/>
                  </a:moveTo>
                  <a:lnTo>
                    <a:pt x="1263" y="66"/>
                  </a:lnTo>
                  <a:lnTo>
                    <a:pt x="836" y="66"/>
                  </a:lnTo>
                  <a:cubicBezTo>
                    <a:pt x="762" y="1105"/>
                    <a:pt x="446" y="5307"/>
                    <a:pt x="1" y="6467"/>
                  </a:cubicBezTo>
                  <a:lnTo>
                    <a:pt x="10595" y="6467"/>
                  </a:lnTo>
                  <a:cubicBezTo>
                    <a:pt x="10140" y="5307"/>
                    <a:pt x="9834" y="1105"/>
                    <a:pt x="9760" y="66"/>
                  </a:cubicBezTo>
                  <a:lnTo>
                    <a:pt x="9333" y="66"/>
                  </a:lnTo>
                  <a:lnTo>
                    <a:pt x="9333" y="1"/>
                  </a:lnTo>
                  <a:lnTo>
                    <a:pt x="5298" y="29"/>
                  </a:lnTo>
                  <a:lnTo>
                    <a:pt x="1263" y="1"/>
                  </a:lnTo>
                  <a:close/>
                </a:path>
              </a:pathLst>
            </a:custGeom>
            <a:solidFill>
              <a:srgbClr val="CFCF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91" name="Google Shape;591;p20"/>
            <p:cNvSpPr/>
            <p:nvPr/>
          </p:nvSpPr>
          <p:spPr>
            <a:xfrm>
              <a:off x="6641416" y="3889284"/>
              <a:ext cx="610574" cy="374486"/>
            </a:xfrm>
            <a:custGeom>
              <a:avLst/>
              <a:gdLst/>
              <a:ahLst/>
              <a:cxnLst/>
              <a:rect l="l" t="t" r="r" b="b"/>
              <a:pathLst>
                <a:path w="10725" h="6578" extrusionOk="0">
                  <a:moveTo>
                    <a:pt x="9343" y="112"/>
                  </a:moveTo>
                  <a:lnTo>
                    <a:pt x="9343" y="121"/>
                  </a:lnTo>
                  <a:cubicBezTo>
                    <a:pt x="9343" y="149"/>
                    <a:pt x="9370" y="177"/>
                    <a:pt x="9398" y="177"/>
                  </a:cubicBezTo>
                  <a:lnTo>
                    <a:pt x="9769" y="177"/>
                  </a:lnTo>
                  <a:cubicBezTo>
                    <a:pt x="9862" y="1429"/>
                    <a:pt x="10159" y="5242"/>
                    <a:pt x="10576" y="6466"/>
                  </a:cubicBezTo>
                  <a:lnTo>
                    <a:pt x="149" y="6466"/>
                  </a:lnTo>
                  <a:cubicBezTo>
                    <a:pt x="567" y="5242"/>
                    <a:pt x="864" y="1429"/>
                    <a:pt x="947" y="177"/>
                  </a:cubicBezTo>
                  <a:lnTo>
                    <a:pt x="1318" y="177"/>
                  </a:lnTo>
                  <a:cubicBezTo>
                    <a:pt x="1355" y="177"/>
                    <a:pt x="1383" y="149"/>
                    <a:pt x="1383" y="121"/>
                  </a:cubicBezTo>
                  <a:lnTo>
                    <a:pt x="1383" y="112"/>
                  </a:lnTo>
                  <a:lnTo>
                    <a:pt x="5363" y="149"/>
                  </a:lnTo>
                  <a:lnTo>
                    <a:pt x="9343" y="112"/>
                  </a:lnTo>
                  <a:close/>
                  <a:moveTo>
                    <a:pt x="1328" y="0"/>
                  </a:moveTo>
                  <a:cubicBezTo>
                    <a:pt x="1309" y="0"/>
                    <a:pt x="1290" y="0"/>
                    <a:pt x="1281" y="10"/>
                  </a:cubicBezTo>
                  <a:cubicBezTo>
                    <a:pt x="1272" y="28"/>
                    <a:pt x="1263" y="37"/>
                    <a:pt x="1263" y="56"/>
                  </a:cubicBezTo>
                  <a:lnTo>
                    <a:pt x="1263" y="65"/>
                  </a:lnTo>
                  <a:lnTo>
                    <a:pt x="892" y="65"/>
                  </a:lnTo>
                  <a:cubicBezTo>
                    <a:pt x="864" y="65"/>
                    <a:pt x="836" y="93"/>
                    <a:pt x="836" y="121"/>
                  </a:cubicBezTo>
                  <a:cubicBezTo>
                    <a:pt x="752" y="1327"/>
                    <a:pt x="446" y="5371"/>
                    <a:pt x="10" y="6503"/>
                  </a:cubicBezTo>
                  <a:cubicBezTo>
                    <a:pt x="1" y="6522"/>
                    <a:pt x="1" y="6540"/>
                    <a:pt x="10" y="6559"/>
                  </a:cubicBezTo>
                  <a:cubicBezTo>
                    <a:pt x="29" y="6568"/>
                    <a:pt x="38" y="6577"/>
                    <a:pt x="66" y="6577"/>
                  </a:cubicBezTo>
                  <a:lnTo>
                    <a:pt x="10660" y="6577"/>
                  </a:lnTo>
                  <a:cubicBezTo>
                    <a:pt x="10678" y="6577"/>
                    <a:pt x="10697" y="6568"/>
                    <a:pt x="10706" y="6559"/>
                  </a:cubicBezTo>
                  <a:cubicBezTo>
                    <a:pt x="10716" y="6540"/>
                    <a:pt x="10725" y="6522"/>
                    <a:pt x="10716" y="6503"/>
                  </a:cubicBezTo>
                  <a:cubicBezTo>
                    <a:pt x="10280" y="5371"/>
                    <a:pt x="9973" y="1327"/>
                    <a:pt x="9890" y="121"/>
                  </a:cubicBezTo>
                  <a:cubicBezTo>
                    <a:pt x="9881" y="84"/>
                    <a:pt x="9862" y="65"/>
                    <a:pt x="9825" y="65"/>
                  </a:cubicBezTo>
                  <a:lnTo>
                    <a:pt x="9454" y="65"/>
                  </a:lnTo>
                  <a:lnTo>
                    <a:pt x="9454" y="56"/>
                  </a:lnTo>
                  <a:cubicBezTo>
                    <a:pt x="9454" y="37"/>
                    <a:pt x="9445" y="19"/>
                    <a:pt x="9435" y="10"/>
                  </a:cubicBezTo>
                  <a:cubicBezTo>
                    <a:pt x="9426" y="0"/>
                    <a:pt x="9417" y="0"/>
                    <a:pt x="9398" y="0"/>
                  </a:cubicBezTo>
                  <a:lnTo>
                    <a:pt x="5363" y="28"/>
                  </a:lnTo>
                  <a:lnTo>
                    <a:pt x="1328" y="0"/>
                  </a:ln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92" name="Google Shape;592;p20"/>
            <p:cNvSpPr/>
            <p:nvPr/>
          </p:nvSpPr>
          <p:spPr>
            <a:xfrm>
              <a:off x="6645116" y="3892415"/>
              <a:ext cx="603173" cy="368166"/>
            </a:xfrm>
            <a:custGeom>
              <a:avLst/>
              <a:gdLst/>
              <a:ahLst/>
              <a:cxnLst/>
              <a:rect l="l" t="t" r="r" b="b"/>
              <a:pathLst>
                <a:path w="10595" h="6467" extrusionOk="0">
                  <a:moveTo>
                    <a:pt x="1263" y="1"/>
                  </a:moveTo>
                  <a:lnTo>
                    <a:pt x="1263" y="66"/>
                  </a:lnTo>
                  <a:lnTo>
                    <a:pt x="836" y="66"/>
                  </a:lnTo>
                  <a:cubicBezTo>
                    <a:pt x="762" y="1105"/>
                    <a:pt x="446" y="5307"/>
                    <a:pt x="1" y="6467"/>
                  </a:cubicBezTo>
                  <a:lnTo>
                    <a:pt x="10595" y="6467"/>
                  </a:lnTo>
                  <a:cubicBezTo>
                    <a:pt x="10140" y="5307"/>
                    <a:pt x="9834" y="1105"/>
                    <a:pt x="9760" y="66"/>
                  </a:cubicBezTo>
                  <a:lnTo>
                    <a:pt x="9333" y="66"/>
                  </a:lnTo>
                  <a:lnTo>
                    <a:pt x="9333" y="1"/>
                  </a:lnTo>
                  <a:lnTo>
                    <a:pt x="5298" y="29"/>
                  </a:lnTo>
                  <a:lnTo>
                    <a:pt x="126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93" name="Google Shape;593;p20"/>
            <p:cNvSpPr/>
            <p:nvPr/>
          </p:nvSpPr>
          <p:spPr>
            <a:xfrm>
              <a:off x="6641416" y="3889284"/>
              <a:ext cx="610574" cy="374486"/>
            </a:xfrm>
            <a:custGeom>
              <a:avLst/>
              <a:gdLst/>
              <a:ahLst/>
              <a:cxnLst/>
              <a:rect l="l" t="t" r="r" b="b"/>
              <a:pathLst>
                <a:path w="10725" h="6578" extrusionOk="0">
                  <a:moveTo>
                    <a:pt x="9343" y="112"/>
                  </a:moveTo>
                  <a:lnTo>
                    <a:pt x="9343" y="121"/>
                  </a:lnTo>
                  <a:cubicBezTo>
                    <a:pt x="9343" y="149"/>
                    <a:pt x="9370" y="177"/>
                    <a:pt x="9398" y="177"/>
                  </a:cubicBezTo>
                  <a:lnTo>
                    <a:pt x="9769" y="177"/>
                  </a:lnTo>
                  <a:cubicBezTo>
                    <a:pt x="9862" y="1429"/>
                    <a:pt x="10159" y="5242"/>
                    <a:pt x="10576" y="6466"/>
                  </a:cubicBezTo>
                  <a:lnTo>
                    <a:pt x="149" y="6466"/>
                  </a:lnTo>
                  <a:cubicBezTo>
                    <a:pt x="567" y="5242"/>
                    <a:pt x="864" y="1429"/>
                    <a:pt x="947" y="177"/>
                  </a:cubicBezTo>
                  <a:lnTo>
                    <a:pt x="1318" y="177"/>
                  </a:lnTo>
                  <a:cubicBezTo>
                    <a:pt x="1355" y="177"/>
                    <a:pt x="1383" y="149"/>
                    <a:pt x="1383" y="121"/>
                  </a:cubicBezTo>
                  <a:lnTo>
                    <a:pt x="1383" y="112"/>
                  </a:lnTo>
                  <a:lnTo>
                    <a:pt x="5363" y="149"/>
                  </a:lnTo>
                  <a:lnTo>
                    <a:pt x="9343" y="112"/>
                  </a:lnTo>
                  <a:close/>
                  <a:moveTo>
                    <a:pt x="1328" y="0"/>
                  </a:moveTo>
                  <a:cubicBezTo>
                    <a:pt x="1309" y="0"/>
                    <a:pt x="1290" y="0"/>
                    <a:pt x="1281" y="10"/>
                  </a:cubicBezTo>
                  <a:cubicBezTo>
                    <a:pt x="1272" y="28"/>
                    <a:pt x="1263" y="37"/>
                    <a:pt x="1263" y="56"/>
                  </a:cubicBezTo>
                  <a:lnTo>
                    <a:pt x="1263" y="65"/>
                  </a:lnTo>
                  <a:lnTo>
                    <a:pt x="892" y="65"/>
                  </a:lnTo>
                  <a:cubicBezTo>
                    <a:pt x="864" y="65"/>
                    <a:pt x="836" y="93"/>
                    <a:pt x="836" y="121"/>
                  </a:cubicBezTo>
                  <a:cubicBezTo>
                    <a:pt x="752" y="1327"/>
                    <a:pt x="446" y="5371"/>
                    <a:pt x="10" y="6503"/>
                  </a:cubicBezTo>
                  <a:cubicBezTo>
                    <a:pt x="1" y="6522"/>
                    <a:pt x="1" y="6540"/>
                    <a:pt x="10" y="6559"/>
                  </a:cubicBezTo>
                  <a:cubicBezTo>
                    <a:pt x="29" y="6568"/>
                    <a:pt x="38" y="6577"/>
                    <a:pt x="66" y="6577"/>
                  </a:cubicBezTo>
                  <a:lnTo>
                    <a:pt x="10660" y="6577"/>
                  </a:lnTo>
                  <a:cubicBezTo>
                    <a:pt x="10678" y="6577"/>
                    <a:pt x="10697" y="6568"/>
                    <a:pt x="10706" y="6559"/>
                  </a:cubicBezTo>
                  <a:cubicBezTo>
                    <a:pt x="10716" y="6540"/>
                    <a:pt x="10725" y="6522"/>
                    <a:pt x="10716" y="6503"/>
                  </a:cubicBezTo>
                  <a:cubicBezTo>
                    <a:pt x="10280" y="5371"/>
                    <a:pt x="9973" y="1327"/>
                    <a:pt x="9890" y="121"/>
                  </a:cubicBezTo>
                  <a:cubicBezTo>
                    <a:pt x="9881" y="84"/>
                    <a:pt x="9862" y="65"/>
                    <a:pt x="9825" y="65"/>
                  </a:cubicBezTo>
                  <a:lnTo>
                    <a:pt x="9454" y="65"/>
                  </a:lnTo>
                  <a:lnTo>
                    <a:pt x="9454" y="56"/>
                  </a:lnTo>
                  <a:cubicBezTo>
                    <a:pt x="9454" y="37"/>
                    <a:pt x="9445" y="19"/>
                    <a:pt x="9435" y="10"/>
                  </a:cubicBezTo>
                  <a:cubicBezTo>
                    <a:pt x="9426" y="0"/>
                    <a:pt x="9417" y="0"/>
                    <a:pt x="9398" y="0"/>
                  </a:cubicBezTo>
                  <a:lnTo>
                    <a:pt x="5363" y="28"/>
                  </a:lnTo>
                  <a:lnTo>
                    <a:pt x="132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94" name="Google Shape;594;p20"/>
            <p:cNvSpPr/>
            <p:nvPr/>
          </p:nvSpPr>
          <p:spPr>
            <a:xfrm>
              <a:off x="5893081" y="3731363"/>
              <a:ext cx="2115747" cy="206542"/>
            </a:xfrm>
            <a:custGeom>
              <a:avLst/>
              <a:gdLst/>
              <a:ahLst/>
              <a:cxnLst/>
              <a:rect l="l" t="t" r="r" b="b"/>
              <a:pathLst>
                <a:path w="37164" h="3628" extrusionOk="0">
                  <a:moveTo>
                    <a:pt x="1" y="1"/>
                  </a:moveTo>
                  <a:lnTo>
                    <a:pt x="1" y="2431"/>
                  </a:lnTo>
                  <a:cubicBezTo>
                    <a:pt x="1" y="3090"/>
                    <a:pt x="539" y="3628"/>
                    <a:pt x="1198" y="3628"/>
                  </a:cubicBezTo>
                  <a:lnTo>
                    <a:pt x="35976" y="3628"/>
                  </a:lnTo>
                  <a:cubicBezTo>
                    <a:pt x="36635" y="3628"/>
                    <a:pt x="37163" y="3090"/>
                    <a:pt x="37163" y="2431"/>
                  </a:cubicBezTo>
                  <a:lnTo>
                    <a:pt x="371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95" name="Google Shape;595;p20"/>
            <p:cNvSpPr/>
            <p:nvPr/>
          </p:nvSpPr>
          <p:spPr>
            <a:xfrm>
              <a:off x="5889950" y="3727662"/>
              <a:ext cx="2122066" cy="213431"/>
            </a:xfrm>
            <a:custGeom>
              <a:avLst/>
              <a:gdLst/>
              <a:ahLst/>
              <a:cxnLst/>
              <a:rect l="l" t="t" r="r" b="b"/>
              <a:pathLst>
                <a:path w="37275" h="3749" extrusionOk="0">
                  <a:moveTo>
                    <a:pt x="37163" y="121"/>
                  </a:moveTo>
                  <a:lnTo>
                    <a:pt x="37163" y="2496"/>
                  </a:lnTo>
                  <a:cubicBezTo>
                    <a:pt x="37163" y="3127"/>
                    <a:pt x="36652" y="3637"/>
                    <a:pt x="36031" y="3637"/>
                  </a:cubicBezTo>
                  <a:lnTo>
                    <a:pt x="1253" y="3637"/>
                  </a:lnTo>
                  <a:cubicBezTo>
                    <a:pt x="622" y="3637"/>
                    <a:pt x="112" y="3127"/>
                    <a:pt x="112" y="2496"/>
                  </a:cubicBezTo>
                  <a:lnTo>
                    <a:pt x="112" y="121"/>
                  </a:lnTo>
                  <a:close/>
                  <a:moveTo>
                    <a:pt x="0" y="1"/>
                  </a:moveTo>
                  <a:lnTo>
                    <a:pt x="0" y="2496"/>
                  </a:lnTo>
                  <a:cubicBezTo>
                    <a:pt x="0" y="3192"/>
                    <a:pt x="557" y="3748"/>
                    <a:pt x="1243" y="3748"/>
                  </a:cubicBezTo>
                  <a:lnTo>
                    <a:pt x="36031" y="3748"/>
                  </a:lnTo>
                  <a:cubicBezTo>
                    <a:pt x="36717" y="3748"/>
                    <a:pt x="37274" y="3192"/>
                    <a:pt x="37274" y="2496"/>
                  </a:cubicBezTo>
                  <a:lnTo>
                    <a:pt x="3727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96" name="Google Shape;596;p20"/>
            <p:cNvSpPr/>
            <p:nvPr/>
          </p:nvSpPr>
          <p:spPr>
            <a:xfrm>
              <a:off x="6906023" y="3777817"/>
              <a:ext cx="89836" cy="89323"/>
            </a:xfrm>
            <a:custGeom>
              <a:avLst/>
              <a:gdLst/>
              <a:ahLst/>
              <a:cxnLst/>
              <a:rect l="l" t="t" r="r" b="b"/>
              <a:pathLst>
                <a:path w="1578" h="1569" extrusionOk="0">
                  <a:moveTo>
                    <a:pt x="789" y="1"/>
                  </a:moveTo>
                  <a:cubicBezTo>
                    <a:pt x="353" y="1"/>
                    <a:pt x="1" y="353"/>
                    <a:pt x="1" y="780"/>
                  </a:cubicBezTo>
                  <a:cubicBezTo>
                    <a:pt x="1" y="1216"/>
                    <a:pt x="353" y="1569"/>
                    <a:pt x="789" y="1569"/>
                  </a:cubicBezTo>
                  <a:cubicBezTo>
                    <a:pt x="1225" y="1569"/>
                    <a:pt x="1578" y="1216"/>
                    <a:pt x="1578" y="780"/>
                  </a:cubicBezTo>
                  <a:cubicBezTo>
                    <a:pt x="1578" y="353"/>
                    <a:pt x="1225" y="1"/>
                    <a:pt x="78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97" name="Google Shape;597;p20"/>
            <p:cNvSpPr/>
            <p:nvPr/>
          </p:nvSpPr>
          <p:spPr>
            <a:xfrm>
              <a:off x="6431802" y="4215089"/>
              <a:ext cx="1038346" cy="98318"/>
            </a:xfrm>
            <a:custGeom>
              <a:avLst/>
              <a:gdLst/>
              <a:ahLst/>
              <a:cxnLst/>
              <a:rect l="l" t="t" r="r" b="b"/>
              <a:pathLst>
                <a:path w="18239" h="1727" extrusionOk="0">
                  <a:moveTo>
                    <a:pt x="1726" y="1"/>
                  </a:moveTo>
                  <a:cubicBezTo>
                    <a:pt x="770" y="1"/>
                    <a:pt x="0" y="771"/>
                    <a:pt x="0" y="1726"/>
                  </a:cubicBezTo>
                  <a:lnTo>
                    <a:pt x="18238" y="1726"/>
                  </a:lnTo>
                  <a:cubicBezTo>
                    <a:pt x="18238" y="780"/>
                    <a:pt x="17468" y="1"/>
                    <a:pt x="1651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98" name="Google Shape;598;p20"/>
            <p:cNvSpPr/>
            <p:nvPr/>
          </p:nvSpPr>
          <p:spPr>
            <a:xfrm>
              <a:off x="6428614" y="4211958"/>
              <a:ext cx="1044666" cy="105150"/>
            </a:xfrm>
            <a:custGeom>
              <a:avLst/>
              <a:gdLst/>
              <a:ahLst/>
              <a:cxnLst/>
              <a:rect l="l" t="t" r="r" b="b"/>
              <a:pathLst>
                <a:path w="18350" h="1847" extrusionOk="0">
                  <a:moveTo>
                    <a:pt x="16569" y="121"/>
                  </a:moveTo>
                  <a:cubicBezTo>
                    <a:pt x="17469" y="121"/>
                    <a:pt x="18211" y="835"/>
                    <a:pt x="18238" y="1726"/>
                  </a:cubicBezTo>
                  <a:lnTo>
                    <a:pt x="121" y="1726"/>
                  </a:lnTo>
                  <a:cubicBezTo>
                    <a:pt x="149" y="835"/>
                    <a:pt x="882" y="121"/>
                    <a:pt x="1782" y="121"/>
                  </a:cubicBezTo>
                  <a:close/>
                  <a:moveTo>
                    <a:pt x="1782" y="0"/>
                  </a:moveTo>
                  <a:cubicBezTo>
                    <a:pt x="798" y="0"/>
                    <a:pt x="0" y="798"/>
                    <a:pt x="0" y="1781"/>
                  </a:cubicBezTo>
                  <a:cubicBezTo>
                    <a:pt x="0" y="1819"/>
                    <a:pt x="28" y="1846"/>
                    <a:pt x="56" y="1846"/>
                  </a:cubicBezTo>
                  <a:lnTo>
                    <a:pt x="18294" y="1846"/>
                  </a:lnTo>
                  <a:cubicBezTo>
                    <a:pt x="18331" y="1846"/>
                    <a:pt x="18350" y="1819"/>
                    <a:pt x="18350" y="1781"/>
                  </a:cubicBezTo>
                  <a:cubicBezTo>
                    <a:pt x="18350" y="798"/>
                    <a:pt x="17552" y="0"/>
                    <a:pt x="165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99" name="Google Shape;599;p20"/>
            <p:cNvSpPr/>
            <p:nvPr/>
          </p:nvSpPr>
          <p:spPr>
            <a:xfrm>
              <a:off x="6691628" y="4215089"/>
              <a:ext cx="519202" cy="49188"/>
            </a:xfrm>
            <a:custGeom>
              <a:avLst/>
              <a:gdLst/>
              <a:ahLst/>
              <a:cxnLst/>
              <a:rect l="l" t="t" r="r" b="b"/>
              <a:pathLst>
                <a:path w="9120" h="864" extrusionOk="0">
                  <a:moveTo>
                    <a:pt x="0" y="1"/>
                  </a:moveTo>
                  <a:cubicBezTo>
                    <a:pt x="0" y="483"/>
                    <a:pt x="381" y="864"/>
                    <a:pt x="863" y="864"/>
                  </a:cubicBezTo>
                  <a:lnTo>
                    <a:pt x="8257" y="864"/>
                  </a:lnTo>
                  <a:cubicBezTo>
                    <a:pt x="8730" y="864"/>
                    <a:pt x="9119" y="483"/>
                    <a:pt x="911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00" name="Google Shape;600;p20"/>
            <p:cNvSpPr/>
            <p:nvPr/>
          </p:nvSpPr>
          <p:spPr>
            <a:xfrm>
              <a:off x="6687927" y="4211958"/>
              <a:ext cx="526033" cy="56019"/>
            </a:xfrm>
            <a:custGeom>
              <a:avLst/>
              <a:gdLst/>
              <a:ahLst/>
              <a:cxnLst/>
              <a:rect l="l" t="t" r="r" b="b"/>
              <a:pathLst>
                <a:path w="9240" h="984" extrusionOk="0">
                  <a:moveTo>
                    <a:pt x="9119" y="121"/>
                  </a:moveTo>
                  <a:cubicBezTo>
                    <a:pt x="9092" y="529"/>
                    <a:pt x="8739" y="863"/>
                    <a:pt x="8312" y="863"/>
                  </a:cubicBezTo>
                  <a:lnTo>
                    <a:pt x="928" y="863"/>
                  </a:lnTo>
                  <a:cubicBezTo>
                    <a:pt x="501" y="863"/>
                    <a:pt x="149" y="538"/>
                    <a:pt x="121" y="121"/>
                  </a:cubicBezTo>
                  <a:close/>
                  <a:moveTo>
                    <a:pt x="65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566"/>
                    <a:pt x="418" y="984"/>
                    <a:pt x="928" y="984"/>
                  </a:cubicBezTo>
                  <a:lnTo>
                    <a:pt x="8322" y="984"/>
                  </a:lnTo>
                  <a:cubicBezTo>
                    <a:pt x="8822" y="984"/>
                    <a:pt x="9240" y="566"/>
                    <a:pt x="9240" y="56"/>
                  </a:cubicBezTo>
                  <a:cubicBezTo>
                    <a:pt x="9240" y="28"/>
                    <a:pt x="9212" y="0"/>
                    <a:pt x="91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01" name="Google Shape;601;p20"/>
            <p:cNvSpPr/>
            <p:nvPr/>
          </p:nvSpPr>
          <p:spPr>
            <a:xfrm>
              <a:off x="7160554" y="2782355"/>
              <a:ext cx="560419" cy="804364"/>
            </a:xfrm>
            <a:custGeom>
              <a:avLst/>
              <a:gdLst/>
              <a:ahLst/>
              <a:cxnLst/>
              <a:rect l="l" t="t" r="r" b="b"/>
              <a:pathLst>
                <a:path w="9844" h="14129" extrusionOk="0">
                  <a:moveTo>
                    <a:pt x="437" y="0"/>
                  </a:moveTo>
                  <a:cubicBezTo>
                    <a:pt x="196" y="0"/>
                    <a:pt x="1" y="195"/>
                    <a:pt x="1" y="436"/>
                  </a:cubicBezTo>
                  <a:lnTo>
                    <a:pt x="1" y="13693"/>
                  </a:lnTo>
                  <a:cubicBezTo>
                    <a:pt x="1" y="13934"/>
                    <a:pt x="196" y="14129"/>
                    <a:pt x="437" y="14129"/>
                  </a:cubicBezTo>
                  <a:lnTo>
                    <a:pt x="9408" y="14129"/>
                  </a:lnTo>
                  <a:cubicBezTo>
                    <a:pt x="9649" y="14129"/>
                    <a:pt x="9834" y="13934"/>
                    <a:pt x="9844" y="13693"/>
                  </a:cubicBezTo>
                  <a:lnTo>
                    <a:pt x="9844" y="436"/>
                  </a:lnTo>
                  <a:cubicBezTo>
                    <a:pt x="9844" y="195"/>
                    <a:pt x="9649" y="0"/>
                    <a:pt x="940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02" name="Google Shape;602;p20"/>
            <p:cNvSpPr/>
            <p:nvPr/>
          </p:nvSpPr>
          <p:spPr>
            <a:xfrm>
              <a:off x="7157423" y="2779167"/>
              <a:ext cx="566738" cy="810740"/>
            </a:xfrm>
            <a:custGeom>
              <a:avLst/>
              <a:gdLst/>
              <a:ahLst/>
              <a:cxnLst/>
              <a:rect l="l" t="t" r="r" b="b"/>
              <a:pathLst>
                <a:path w="9955" h="14241" extrusionOk="0">
                  <a:moveTo>
                    <a:pt x="9463" y="112"/>
                  </a:moveTo>
                  <a:cubicBezTo>
                    <a:pt x="9667" y="112"/>
                    <a:pt x="9834" y="279"/>
                    <a:pt x="9834" y="492"/>
                  </a:cubicBezTo>
                  <a:lnTo>
                    <a:pt x="9834" y="13749"/>
                  </a:lnTo>
                  <a:cubicBezTo>
                    <a:pt x="9834" y="13962"/>
                    <a:pt x="9667" y="14129"/>
                    <a:pt x="9463" y="14129"/>
                  </a:cubicBezTo>
                  <a:lnTo>
                    <a:pt x="492" y="14129"/>
                  </a:lnTo>
                  <a:cubicBezTo>
                    <a:pt x="288" y="14129"/>
                    <a:pt x="121" y="13962"/>
                    <a:pt x="121" y="13749"/>
                  </a:cubicBezTo>
                  <a:lnTo>
                    <a:pt x="121" y="492"/>
                  </a:lnTo>
                  <a:cubicBezTo>
                    <a:pt x="121" y="279"/>
                    <a:pt x="288" y="112"/>
                    <a:pt x="492" y="112"/>
                  </a:cubicBezTo>
                  <a:close/>
                  <a:moveTo>
                    <a:pt x="492" y="1"/>
                  </a:moveTo>
                  <a:cubicBezTo>
                    <a:pt x="223" y="1"/>
                    <a:pt x="0" y="223"/>
                    <a:pt x="0" y="492"/>
                  </a:cubicBezTo>
                  <a:lnTo>
                    <a:pt x="0" y="13749"/>
                  </a:lnTo>
                  <a:cubicBezTo>
                    <a:pt x="0" y="14027"/>
                    <a:pt x="223" y="14240"/>
                    <a:pt x="492" y="14240"/>
                  </a:cubicBezTo>
                  <a:lnTo>
                    <a:pt x="9463" y="14240"/>
                  </a:lnTo>
                  <a:cubicBezTo>
                    <a:pt x="9732" y="14240"/>
                    <a:pt x="9954" y="14018"/>
                    <a:pt x="9954" y="13749"/>
                  </a:cubicBezTo>
                  <a:lnTo>
                    <a:pt x="9954" y="492"/>
                  </a:lnTo>
                  <a:cubicBezTo>
                    <a:pt x="9954" y="214"/>
                    <a:pt x="9732" y="1"/>
                    <a:pt x="94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03" name="Google Shape;603;p20"/>
            <p:cNvSpPr/>
            <p:nvPr/>
          </p:nvSpPr>
          <p:spPr>
            <a:xfrm>
              <a:off x="7228186" y="2854200"/>
              <a:ext cx="187015" cy="186958"/>
            </a:xfrm>
            <a:custGeom>
              <a:avLst/>
              <a:gdLst/>
              <a:ahLst/>
              <a:cxnLst/>
              <a:rect l="l" t="t" r="r" b="b"/>
              <a:pathLst>
                <a:path w="3285" h="3284" extrusionOk="0">
                  <a:moveTo>
                    <a:pt x="334" y="0"/>
                  </a:moveTo>
                  <a:cubicBezTo>
                    <a:pt x="149" y="0"/>
                    <a:pt x="0" y="158"/>
                    <a:pt x="0" y="343"/>
                  </a:cubicBezTo>
                  <a:lnTo>
                    <a:pt x="0" y="2950"/>
                  </a:lnTo>
                  <a:cubicBezTo>
                    <a:pt x="0" y="3136"/>
                    <a:pt x="149" y="3284"/>
                    <a:pt x="334" y="3284"/>
                  </a:cubicBezTo>
                  <a:lnTo>
                    <a:pt x="2941" y="3284"/>
                  </a:lnTo>
                  <a:cubicBezTo>
                    <a:pt x="3127" y="3284"/>
                    <a:pt x="3284" y="3136"/>
                    <a:pt x="3284" y="2950"/>
                  </a:cubicBezTo>
                  <a:lnTo>
                    <a:pt x="3284" y="343"/>
                  </a:lnTo>
                  <a:cubicBezTo>
                    <a:pt x="3284" y="158"/>
                    <a:pt x="3127" y="0"/>
                    <a:pt x="294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04" name="Google Shape;604;p20"/>
            <p:cNvSpPr/>
            <p:nvPr/>
          </p:nvSpPr>
          <p:spPr>
            <a:xfrm>
              <a:off x="7592078" y="2824084"/>
              <a:ext cx="22203" cy="22203"/>
            </a:xfrm>
            <a:custGeom>
              <a:avLst/>
              <a:gdLst/>
              <a:ahLst/>
              <a:cxnLst/>
              <a:rect l="l" t="t" r="r" b="b"/>
              <a:pathLst>
                <a:path w="390" h="390" extrusionOk="0">
                  <a:moveTo>
                    <a:pt x="195" y="112"/>
                  </a:moveTo>
                  <a:cubicBezTo>
                    <a:pt x="241" y="112"/>
                    <a:pt x="269" y="149"/>
                    <a:pt x="269" y="195"/>
                  </a:cubicBezTo>
                  <a:cubicBezTo>
                    <a:pt x="269" y="232"/>
                    <a:pt x="241" y="269"/>
                    <a:pt x="195" y="269"/>
                  </a:cubicBezTo>
                  <a:cubicBezTo>
                    <a:pt x="158" y="269"/>
                    <a:pt x="121" y="232"/>
                    <a:pt x="121" y="195"/>
                  </a:cubicBezTo>
                  <a:cubicBezTo>
                    <a:pt x="121" y="149"/>
                    <a:pt x="158" y="112"/>
                    <a:pt x="195" y="112"/>
                  </a:cubicBezTo>
                  <a:close/>
                  <a:moveTo>
                    <a:pt x="195" y="0"/>
                  </a:moveTo>
                  <a:cubicBezTo>
                    <a:pt x="93" y="0"/>
                    <a:pt x="0" y="84"/>
                    <a:pt x="0" y="195"/>
                  </a:cubicBezTo>
                  <a:cubicBezTo>
                    <a:pt x="0" y="297"/>
                    <a:pt x="93" y="390"/>
                    <a:pt x="195" y="390"/>
                  </a:cubicBezTo>
                  <a:cubicBezTo>
                    <a:pt x="306" y="390"/>
                    <a:pt x="390" y="297"/>
                    <a:pt x="390" y="195"/>
                  </a:cubicBezTo>
                  <a:cubicBezTo>
                    <a:pt x="390" y="84"/>
                    <a:pt x="306" y="0"/>
                    <a:pt x="1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05" name="Google Shape;605;p20"/>
            <p:cNvSpPr/>
            <p:nvPr/>
          </p:nvSpPr>
          <p:spPr>
            <a:xfrm>
              <a:off x="7624243" y="2824084"/>
              <a:ext cx="21747" cy="22203"/>
            </a:xfrm>
            <a:custGeom>
              <a:avLst/>
              <a:gdLst/>
              <a:ahLst/>
              <a:cxnLst/>
              <a:rect l="l" t="t" r="r" b="b"/>
              <a:pathLst>
                <a:path w="382" h="390" extrusionOk="0">
                  <a:moveTo>
                    <a:pt x="186" y="112"/>
                  </a:moveTo>
                  <a:cubicBezTo>
                    <a:pt x="233" y="112"/>
                    <a:pt x="270" y="149"/>
                    <a:pt x="270" y="195"/>
                  </a:cubicBezTo>
                  <a:cubicBezTo>
                    <a:pt x="270" y="232"/>
                    <a:pt x="233" y="269"/>
                    <a:pt x="186" y="269"/>
                  </a:cubicBezTo>
                  <a:cubicBezTo>
                    <a:pt x="149" y="269"/>
                    <a:pt x="112" y="232"/>
                    <a:pt x="112" y="195"/>
                  </a:cubicBezTo>
                  <a:cubicBezTo>
                    <a:pt x="112" y="149"/>
                    <a:pt x="149" y="112"/>
                    <a:pt x="186" y="112"/>
                  </a:cubicBezTo>
                  <a:close/>
                  <a:moveTo>
                    <a:pt x="186" y="0"/>
                  </a:moveTo>
                  <a:cubicBezTo>
                    <a:pt x="84" y="0"/>
                    <a:pt x="1" y="84"/>
                    <a:pt x="1" y="195"/>
                  </a:cubicBezTo>
                  <a:cubicBezTo>
                    <a:pt x="1" y="297"/>
                    <a:pt x="84" y="390"/>
                    <a:pt x="186" y="390"/>
                  </a:cubicBezTo>
                  <a:cubicBezTo>
                    <a:pt x="298" y="390"/>
                    <a:pt x="381" y="297"/>
                    <a:pt x="381" y="195"/>
                  </a:cubicBezTo>
                  <a:cubicBezTo>
                    <a:pt x="381" y="84"/>
                    <a:pt x="298" y="0"/>
                    <a:pt x="18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06" name="Google Shape;606;p20"/>
            <p:cNvSpPr/>
            <p:nvPr/>
          </p:nvSpPr>
          <p:spPr>
            <a:xfrm>
              <a:off x="7653334" y="2824084"/>
              <a:ext cx="22203" cy="22203"/>
            </a:xfrm>
            <a:custGeom>
              <a:avLst/>
              <a:gdLst/>
              <a:ahLst/>
              <a:cxnLst/>
              <a:rect l="l" t="t" r="r" b="b"/>
              <a:pathLst>
                <a:path w="390" h="390" extrusionOk="0">
                  <a:moveTo>
                    <a:pt x="195" y="112"/>
                  </a:moveTo>
                  <a:cubicBezTo>
                    <a:pt x="241" y="112"/>
                    <a:pt x="269" y="149"/>
                    <a:pt x="269" y="195"/>
                  </a:cubicBezTo>
                  <a:cubicBezTo>
                    <a:pt x="269" y="232"/>
                    <a:pt x="241" y="269"/>
                    <a:pt x="195" y="269"/>
                  </a:cubicBezTo>
                  <a:cubicBezTo>
                    <a:pt x="158" y="269"/>
                    <a:pt x="121" y="232"/>
                    <a:pt x="121" y="195"/>
                  </a:cubicBezTo>
                  <a:cubicBezTo>
                    <a:pt x="121" y="149"/>
                    <a:pt x="158" y="112"/>
                    <a:pt x="195" y="112"/>
                  </a:cubicBezTo>
                  <a:close/>
                  <a:moveTo>
                    <a:pt x="195" y="0"/>
                  </a:moveTo>
                  <a:cubicBezTo>
                    <a:pt x="93" y="0"/>
                    <a:pt x="0" y="84"/>
                    <a:pt x="0" y="195"/>
                  </a:cubicBezTo>
                  <a:cubicBezTo>
                    <a:pt x="0" y="297"/>
                    <a:pt x="93" y="390"/>
                    <a:pt x="195" y="390"/>
                  </a:cubicBezTo>
                  <a:cubicBezTo>
                    <a:pt x="306" y="390"/>
                    <a:pt x="390" y="297"/>
                    <a:pt x="390" y="195"/>
                  </a:cubicBezTo>
                  <a:cubicBezTo>
                    <a:pt x="390" y="84"/>
                    <a:pt x="306" y="0"/>
                    <a:pt x="1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07" name="Google Shape;607;p20"/>
            <p:cNvSpPr/>
            <p:nvPr/>
          </p:nvSpPr>
          <p:spPr>
            <a:xfrm>
              <a:off x="7471104" y="2903842"/>
              <a:ext cx="172213" cy="6889"/>
            </a:xfrm>
            <a:custGeom>
              <a:avLst/>
              <a:gdLst/>
              <a:ahLst/>
              <a:cxnLst/>
              <a:rect l="l" t="t" r="r" b="b"/>
              <a:pathLst>
                <a:path w="3025" h="121" extrusionOk="0">
                  <a:moveTo>
                    <a:pt x="56" y="0"/>
                  </a:moveTo>
                  <a:cubicBezTo>
                    <a:pt x="29" y="0"/>
                    <a:pt x="1" y="28"/>
                    <a:pt x="1" y="65"/>
                  </a:cubicBezTo>
                  <a:cubicBezTo>
                    <a:pt x="1" y="93"/>
                    <a:pt x="29" y="121"/>
                    <a:pt x="56" y="121"/>
                  </a:cubicBezTo>
                  <a:lnTo>
                    <a:pt x="2960" y="121"/>
                  </a:lnTo>
                  <a:cubicBezTo>
                    <a:pt x="2997" y="121"/>
                    <a:pt x="3025" y="93"/>
                    <a:pt x="3025" y="65"/>
                  </a:cubicBezTo>
                  <a:cubicBezTo>
                    <a:pt x="3025" y="28"/>
                    <a:pt x="2997" y="0"/>
                    <a:pt x="296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08" name="Google Shape;608;p20"/>
            <p:cNvSpPr/>
            <p:nvPr/>
          </p:nvSpPr>
          <p:spPr>
            <a:xfrm>
              <a:off x="7471104" y="2947677"/>
              <a:ext cx="172213" cy="6889"/>
            </a:xfrm>
            <a:custGeom>
              <a:avLst/>
              <a:gdLst/>
              <a:ahLst/>
              <a:cxnLst/>
              <a:rect l="l" t="t" r="r" b="b"/>
              <a:pathLst>
                <a:path w="3025" h="121" extrusionOk="0">
                  <a:moveTo>
                    <a:pt x="56" y="0"/>
                  </a:moveTo>
                  <a:cubicBezTo>
                    <a:pt x="29" y="0"/>
                    <a:pt x="1" y="28"/>
                    <a:pt x="1" y="56"/>
                  </a:cubicBezTo>
                  <a:cubicBezTo>
                    <a:pt x="1" y="93"/>
                    <a:pt x="29" y="121"/>
                    <a:pt x="56" y="121"/>
                  </a:cubicBezTo>
                  <a:lnTo>
                    <a:pt x="2960" y="121"/>
                  </a:lnTo>
                  <a:cubicBezTo>
                    <a:pt x="2997" y="121"/>
                    <a:pt x="3025" y="93"/>
                    <a:pt x="3025" y="56"/>
                  </a:cubicBezTo>
                  <a:cubicBezTo>
                    <a:pt x="3025" y="28"/>
                    <a:pt x="2997" y="0"/>
                    <a:pt x="296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09" name="Google Shape;609;p20"/>
            <p:cNvSpPr/>
            <p:nvPr/>
          </p:nvSpPr>
          <p:spPr>
            <a:xfrm>
              <a:off x="7471104" y="2991456"/>
              <a:ext cx="172213" cy="6433"/>
            </a:xfrm>
            <a:custGeom>
              <a:avLst/>
              <a:gdLst/>
              <a:ahLst/>
              <a:cxnLst/>
              <a:rect l="l" t="t" r="r" b="b"/>
              <a:pathLst>
                <a:path w="3025" h="113" extrusionOk="0">
                  <a:moveTo>
                    <a:pt x="56" y="1"/>
                  </a:moveTo>
                  <a:cubicBezTo>
                    <a:pt x="29" y="1"/>
                    <a:pt x="1" y="29"/>
                    <a:pt x="1" y="57"/>
                  </a:cubicBezTo>
                  <a:cubicBezTo>
                    <a:pt x="1" y="84"/>
                    <a:pt x="29" y="112"/>
                    <a:pt x="56" y="112"/>
                  </a:cubicBezTo>
                  <a:lnTo>
                    <a:pt x="2960" y="112"/>
                  </a:lnTo>
                  <a:cubicBezTo>
                    <a:pt x="2997" y="112"/>
                    <a:pt x="3025" y="84"/>
                    <a:pt x="3025" y="57"/>
                  </a:cubicBezTo>
                  <a:cubicBezTo>
                    <a:pt x="3025" y="29"/>
                    <a:pt x="2997" y="1"/>
                    <a:pt x="296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10" name="Google Shape;610;p20"/>
            <p:cNvSpPr/>
            <p:nvPr/>
          </p:nvSpPr>
          <p:spPr>
            <a:xfrm>
              <a:off x="7453171" y="3091309"/>
              <a:ext cx="186446" cy="187015"/>
            </a:xfrm>
            <a:custGeom>
              <a:avLst/>
              <a:gdLst/>
              <a:ahLst/>
              <a:cxnLst/>
              <a:rect l="l" t="t" r="r" b="b"/>
              <a:pathLst>
                <a:path w="3275" h="3285" extrusionOk="0">
                  <a:moveTo>
                    <a:pt x="334" y="0"/>
                  </a:moveTo>
                  <a:cubicBezTo>
                    <a:pt x="149" y="0"/>
                    <a:pt x="0" y="149"/>
                    <a:pt x="0" y="334"/>
                  </a:cubicBezTo>
                  <a:lnTo>
                    <a:pt x="0" y="2941"/>
                  </a:lnTo>
                  <a:cubicBezTo>
                    <a:pt x="0" y="3126"/>
                    <a:pt x="149" y="3284"/>
                    <a:pt x="334" y="3284"/>
                  </a:cubicBezTo>
                  <a:lnTo>
                    <a:pt x="2941" y="3284"/>
                  </a:lnTo>
                  <a:cubicBezTo>
                    <a:pt x="3127" y="3284"/>
                    <a:pt x="3275" y="3126"/>
                    <a:pt x="3275" y="2941"/>
                  </a:cubicBezTo>
                  <a:lnTo>
                    <a:pt x="3275" y="334"/>
                  </a:lnTo>
                  <a:cubicBezTo>
                    <a:pt x="3275" y="149"/>
                    <a:pt x="3127" y="0"/>
                    <a:pt x="294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11" name="Google Shape;611;p20"/>
            <p:cNvSpPr/>
            <p:nvPr/>
          </p:nvSpPr>
          <p:spPr>
            <a:xfrm>
              <a:off x="7231374" y="3221734"/>
              <a:ext cx="165325" cy="6945"/>
            </a:xfrm>
            <a:custGeom>
              <a:avLst/>
              <a:gdLst/>
              <a:ahLst/>
              <a:cxnLst/>
              <a:rect l="l" t="t" r="r" b="b"/>
              <a:pathLst>
                <a:path w="2904" h="122" extrusionOk="0">
                  <a:moveTo>
                    <a:pt x="56" y="1"/>
                  </a:moveTo>
                  <a:cubicBezTo>
                    <a:pt x="19" y="1"/>
                    <a:pt x="0" y="28"/>
                    <a:pt x="0" y="56"/>
                  </a:cubicBezTo>
                  <a:cubicBezTo>
                    <a:pt x="0" y="93"/>
                    <a:pt x="19" y="121"/>
                    <a:pt x="56" y="121"/>
                  </a:cubicBezTo>
                  <a:lnTo>
                    <a:pt x="2848" y="121"/>
                  </a:lnTo>
                  <a:cubicBezTo>
                    <a:pt x="2876" y="121"/>
                    <a:pt x="2904" y="93"/>
                    <a:pt x="2904" y="56"/>
                  </a:cubicBezTo>
                  <a:cubicBezTo>
                    <a:pt x="2904" y="28"/>
                    <a:pt x="2885" y="1"/>
                    <a:pt x="284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12" name="Google Shape;612;p20"/>
            <p:cNvSpPr/>
            <p:nvPr/>
          </p:nvSpPr>
          <p:spPr>
            <a:xfrm>
              <a:off x="7231374" y="3178411"/>
              <a:ext cx="165325" cy="6433"/>
            </a:xfrm>
            <a:custGeom>
              <a:avLst/>
              <a:gdLst/>
              <a:ahLst/>
              <a:cxnLst/>
              <a:rect l="l" t="t" r="r" b="b"/>
              <a:pathLst>
                <a:path w="2904" h="113" extrusionOk="0">
                  <a:moveTo>
                    <a:pt x="56" y="1"/>
                  </a:moveTo>
                  <a:cubicBezTo>
                    <a:pt x="19" y="1"/>
                    <a:pt x="0" y="19"/>
                    <a:pt x="0" y="57"/>
                  </a:cubicBezTo>
                  <a:cubicBezTo>
                    <a:pt x="0" y="84"/>
                    <a:pt x="19" y="112"/>
                    <a:pt x="56" y="112"/>
                  </a:cubicBezTo>
                  <a:lnTo>
                    <a:pt x="2848" y="112"/>
                  </a:lnTo>
                  <a:cubicBezTo>
                    <a:pt x="2876" y="112"/>
                    <a:pt x="2904" y="84"/>
                    <a:pt x="2904" y="57"/>
                  </a:cubicBezTo>
                  <a:cubicBezTo>
                    <a:pt x="2904" y="19"/>
                    <a:pt x="2885" y="1"/>
                    <a:pt x="284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13" name="Google Shape;613;p20"/>
            <p:cNvSpPr/>
            <p:nvPr/>
          </p:nvSpPr>
          <p:spPr>
            <a:xfrm>
              <a:off x="7231374" y="3134575"/>
              <a:ext cx="165325" cy="6433"/>
            </a:xfrm>
            <a:custGeom>
              <a:avLst/>
              <a:gdLst/>
              <a:ahLst/>
              <a:cxnLst/>
              <a:rect l="l" t="t" r="r" b="b"/>
              <a:pathLst>
                <a:path w="2904" h="113" extrusionOk="0">
                  <a:moveTo>
                    <a:pt x="56" y="1"/>
                  </a:moveTo>
                  <a:cubicBezTo>
                    <a:pt x="19" y="1"/>
                    <a:pt x="0" y="29"/>
                    <a:pt x="0" y="57"/>
                  </a:cubicBezTo>
                  <a:cubicBezTo>
                    <a:pt x="0" y="94"/>
                    <a:pt x="19" y="112"/>
                    <a:pt x="56" y="112"/>
                  </a:cubicBezTo>
                  <a:lnTo>
                    <a:pt x="2848" y="112"/>
                  </a:lnTo>
                  <a:cubicBezTo>
                    <a:pt x="2876" y="112"/>
                    <a:pt x="2904" y="84"/>
                    <a:pt x="2904" y="57"/>
                  </a:cubicBezTo>
                  <a:cubicBezTo>
                    <a:pt x="2904" y="29"/>
                    <a:pt x="2885" y="1"/>
                    <a:pt x="284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14" name="Google Shape;614;p20"/>
            <p:cNvSpPr/>
            <p:nvPr/>
          </p:nvSpPr>
          <p:spPr>
            <a:xfrm>
              <a:off x="7417761" y="3341114"/>
              <a:ext cx="185990" cy="6376"/>
            </a:xfrm>
            <a:custGeom>
              <a:avLst/>
              <a:gdLst/>
              <a:ahLst/>
              <a:cxnLst/>
              <a:rect l="l" t="t" r="r" b="b"/>
              <a:pathLst>
                <a:path w="3267" h="112" extrusionOk="0">
                  <a:moveTo>
                    <a:pt x="66" y="0"/>
                  </a:moveTo>
                  <a:cubicBezTo>
                    <a:pt x="29" y="0"/>
                    <a:pt x="1" y="28"/>
                    <a:pt x="1" y="56"/>
                  </a:cubicBezTo>
                  <a:cubicBezTo>
                    <a:pt x="1" y="93"/>
                    <a:pt x="29" y="111"/>
                    <a:pt x="66" y="111"/>
                  </a:cubicBezTo>
                  <a:lnTo>
                    <a:pt x="3210" y="111"/>
                  </a:lnTo>
                  <a:cubicBezTo>
                    <a:pt x="3248" y="111"/>
                    <a:pt x="3266" y="93"/>
                    <a:pt x="3266" y="56"/>
                  </a:cubicBezTo>
                  <a:cubicBezTo>
                    <a:pt x="3266" y="28"/>
                    <a:pt x="3248" y="0"/>
                    <a:pt x="321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15" name="Google Shape;615;p20"/>
            <p:cNvSpPr/>
            <p:nvPr/>
          </p:nvSpPr>
          <p:spPr>
            <a:xfrm>
              <a:off x="7245607" y="3341114"/>
              <a:ext cx="143179" cy="6376"/>
            </a:xfrm>
            <a:custGeom>
              <a:avLst/>
              <a:gdLst/>
              <a:ahLst/>
              <a:cxnLst/>
              <a:rect l="l" t="t" r="r" b="b"/>
              <a:pathLst>
                <a:path w="2515" h="112" extrusionOk="0">
                  <a:moveTo>
                    <a:pt x="56" y="0"/>
                  </a:moveTo>
                  <a:cubicBezTo>
                    <a:pt x="28" y="0"/>
                    <a:pt x="1" y="28"/>
                    <a:pt x="1" y="56"/>
                  </a:cubicBezTo>
                  <a:cubicBezTo>
                    <a:pt x="1" y="93"/>
                    <a:pt x="28" y="111"/>
                    <a:pt x="56" y="111"/>
                  </a:cubicBezTo>
                  <a:lnTo>
                    <a:pt x="2459" y="111"/>
                  </a:lnTo>
                  <a:cubicBezTo>
                    <a:pt x="2487" y="111"/>
                    <a:pt x="2515" y="93"/>
                    <a:pt x="2515" y="56"/>
                  </a:cubicBezTo>
                  <a:cubicBezTo>
                    <a:pt x="2515" y="28"/>
                    <a:pt x="2487" y="0"/>
                    <a:pt x="245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16" name="Google Shape;616;p20"/>
            <p:cNvSpPr/>
            <p:nvPr/>
          </p:nvSpPr>
          <p:spPr>
            <a:xfrm>
              <a:off x="7245607" y="3390756"/>
              <a:ext cx="281519" cy="6376"/>
            </a:xfrm>
            <a:custGeom>
              <a:avLst/>
              <a:gdLst/>
              <a:ahLst/>
              <a:cxnLst/>
              <a:rect l="l" t="t" r="r" b="b"/>
              <a:pathLst>
                <a:path w="4945" h="112" extrusionOk="0">
                  <a:moveTo>
                    <a:pt x="56" y="0"/>
                  </a:moveTo>
                  <a:cubicBezTo>
                    <a:pt x="28" y="0"/>
                    <a:pt x="1" y="28"/>
                    <a:pt x="1" y="56"/>
                  </a:cubicBezTo>
                  <a:cubicBezTo>
                    <a:pt x="1" y="93"/>
                    <a:pt x="28" y="111"/>
                    <a:pt x="56" y="111"/>
                  </a:cubicBezTo>
                  <a:lnTo>
                    <a:pt x="4889" y="111"/>
                  </a:lnTo>
                  <a:cubicBezTo>
                    <a:pt x="4917" y="111"/>
                    <a:pt x="4945" y="93"/>
                    <a:pt x="4945" y="56"/>
                  </a:cubicBezTo>
                  <a:cubicBezTo>
                    <a:pt x="4945" y="28"/>
                    <a:pt x="4917" y="0"/>
                    <a:pt x="488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17" name="Google Shape;617;p20"/>
            <p:cNvSpPr/>
            <p:nvPr/>
          </p:nvSpPr>
          <p:spPr>
            <a:xfrm>
              <a:off x="7337490" y="2894335"/>
              <a:ext cx="44975" cy="47024"/>
            </a:xfrm>
            <a:custGeom>
              <a:avLst/>
              <a:gdLst/>
              <a:ahLst/>
              <a:cxnLst/>
              <a:rect l="l" t="t" r="r" b="b"/>
              <a:pathLst>
                <a:path w="790" h="826" extrusionOk="0">
                  <a:moveTo>
                    <a:pt x="121" y="0"/>
                  </a:moveTo>
                  <a:lnTo>
                    <a:pt x="1" y="714"/>
                  </a:lnTo>
                  <a:lnTo>
                    <a:pt x="724" y="826"/>
                  </a:lnTo>
                  <a:cubicBezTo>
                    <a:pt x="789" y="427"/>
                    <a:pt x="511" y="56"/>
                    <a:pt x="12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18" name="Google Shape;618;p20"/>
            <p:cNvSpPr/>
            <p:nvPr/>
          </p:nvSpPr>
          <p:spPr>
            <a:xfrm>
              <a:off x="7333790" y="2890065"/>
              <a:ext cx="51806" cy="54994"/>
            </a:xfrm>
            <a:custGeom>
              <a:avLst/>
              <a:gdLst/>
              <a:ahLst/>
              <a:cxnLst/>
              <a:rect l="l" t="t" r="r" b="b"/>
              <a:pathLst>
                <a:path w="910" h="966" extrusionOk="0">
                  <a:moveTo>
                    <a:pt x="233" y="140"/>
                  </a:moveTo>
                  <a:cubicBezTo>
                    <a:pt x="548" y="214"/>
                    <a:pt x="761" y="511"/>
                    <a:pt x="743" y="836"/>
                  </a:cubicBezTo>
                  <a:lnTo>
                    <a:pt x="131" y="743"/>
                  </a:lnTo>
                  <a:lnTo>
                    <a:pt x="233" y="140"/>
                  </a:lnTo>
                  <a:close/>
                  <a:moveTo>
                    <a:pt x="131" y="1"/>
                  </a:moveTo>
                  <a:lnTo>
                    <a:pt x="1" y="836"/>
                  </a:lnTo>
                  <a:lnTo>
                    <a:pt x="836" y="966"/>
                  </a:lnTo>
                  <a:lnTo>
                    <a:pt x="845" y="910"/>
                  </a:lnTo>
                  <a:cubicBezTo>
                    <a:pt x="910" y="483"/>
                    <a:pt x="622" y="84"/>
                    <a:pt x="186" y="10"/>
                  </a:cubicBezTo>
                  <a:lnTo>
                    <a:pt x="13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19" name="Google Shape;619;p20"/>
            <p:cNvSpPr/>
            <p:nvPr/>
          </p:nvSpPr>
          <p:spPr>
            <a:xfrm>
              <a:off x="7250389" y="2883404"/>
              <a:ext cx="133672" cy="129971"/>
            </a:xfrm>
            <a:custGeom>
              <a:avLst/>
              <a:gdLst/>
              <a:ahLst/>
              <a:cxnLst/>
              <a:rect l="l" t="t" r="r" b="b"/>
              <a:pathLst>
                <a:path w="2348" h="2283" extrusionOk="0">
                  <a:moveTo>
                    <a:pt x="1207" y="1"/>
                  </a:moveTo>
                  <a:cubicBezTo>
                    <a:pt x="659" y="1"/>
                    <a:pt x="176" y="403"/>
                    <a:pt x="93" y="971"/>
                  </a:cubicBezTo>
                  <a:cubicBezTo>
                    <a:pt x="0" y="1593"/>
                    <a:pt x="427" y="2177"/>
                    <a:pt x="1048" y="2270"/>
                  </a:cubicBezTo>
                  <a:cubicBezTo>
                    <a:pt x="1105" y="2279"/>
                    <a:pt x="1162" y="2283"/>
                    <a:pt x="1218" y="2283"/>
                  </a:cubicBezTo>
                  <a:cubicBezTo>
                    <a:pt x="1773" y="2283"/>
                    <a:pt x="2263" y="1879"/>
                    <a:pt x="2347" y="1315"/>
                  </a:cubicBezTo>
                  <a:lnTo>
                    <a:pt x="1215" y="1138"/>
                  </a:lnTo>
                  <a:lnTo>
                    <a:pt x="1392" y="16"/>
                  </a:lnTo>
                  <a:cubicBezTo>
                    <a:pt x="1330" y="6"/>
                    <a:pt x="1268" y="1"/>
                    <a:pt x="120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20" name="Google Shape;620;p20"/>
            <p:cNvSpPr/>
            <p:nvPr/>
          </p:nvSpPr>
          <p:spPr>
            <a:xfrm>
              <a:off x="7249819" y="2879875"/>
              <a:ext cx="138454" cy="137031"/>
            </a:xfrm>
            <a:custGeom>
              <a:avLst/>
              <a:gdLst/>
              <a:ahLst/>
              <a:cxnLst/>
              <a:rect l="l" t="t" r="r" b="b"/>
              <a:pathLst>
                <a:path w="2432" h="2407" extrusionOk="0">
                  <a:moveTo>
                    <a:pt x="1235" y="115"/>
                  </a:moveTo>
                  <a:cubicBezTo>
                    <a:pt x="1262" y="115"/>
                    <a:pt x="1299" y="124"/>
                    <a:pt x="1337" y="124"/>
                  </a:cubicBezTo>
                  <a:lnTo>
                    <a:pt x="1160" y="1247"/>
                  </a:lnTo>
                  <a:lnTo>
                    <a:pt x="2292" y="1423"/>
                  </a:lnTo>
                  <a:cubicBezTo>
                    <a:pt x="2183" y="1928"/>
                    <a:pt x="1737" y="2288"/>
                    <a:pt x="1226" y="2288"/>
                  </a:cubicBezTo>
                  <a:cubicBezTo>
                    <a:pt x="1174" y="2288"/>
                    <a:pt x="1121" y="2284"/>
                    <a:pt x="1068" y="2276"/>
                  </a:cubicBezTo>
                  <a:cubicBezTo>
                    <a:pt x="780" y="2230"/>
                    <a:pt x="530" y="2072"/>
                    <a:pt x="363" y="1840"/>
                  </a:cubicBezTo>
                  <a:cubicBezTo>
                    <a:pt x="186" y="1608"/>
                    <a:pt x="112" y="1321"/>
                    <a:pt x="158" y="1043"/>
                  </a:cubicBezTo>
                  <a:cubicBezTo>
                    <a:pt x="205" y="755"/>
                    <a:pt x="363" y="505"/>
                    <a:pt x="594" y="328"/>
                  </a:cubicBezTo>
                  <a:cubicBezTo>
                    <a:pt x="780" y="189"/>
                    <a:pt x="1003" y="115"/>
                    <a:pt x="1235" y="115"/>
                  </a:cubicBezTo>
                  <a:close/>
                  <a:moveTo>
                    <a:pt x="1239" y="0"/>
                  </a:moveTo>
                  <a:cubicBezTo>
                    <a:pt x="982" y="0"/>
                    <a:pt x="733" y="84"/>
                    <a:pt x="520" y="236"/>
                  </a:cubicBezTo>
                  <a:cubicBezTo>
                    <a:pt x="270" y="421"/>
                    <a:pt x="94" y="699"/>
                    <a:pt x="47" y="1024"/>
                  </a:cubicBezTo>
                  <a:cubicBezTo>
                    <a:pt x="1" y="1339"/>
                    <a:pt x="75" y="1655"/>
                    <a:pt x="270" y="1915"/>
                  </a:cubicBezTo>
                  <a:cubicBezTo>
                    <a:pt x="455" y="2174"/>
                    <a:pt x="734" y="2341"/>
                    <a:pt x="1049" y="2388"/>
                  </a:cubicBezTo>
                  <a:cubicBezTo>
                    <a:pt x="1114" y="2397"/>
                    <a:pt x="1170" y="2406"/>
                    <a:pt x="1235" y="2406"/>
                  </a:cubicBezTo>
                  <a:cubicBezTo>
                    <a:pt x="1819" y="2406"/>
                    <a:pt x="2329" y="1980"/>
                    <a:pt x="2422" y="1386"/>
                  </a:cubicBezTo>
                  <a:lnTo>
                    <a:pt x="2431" y="1330"/>
                  </a:lnTo>
                  <a:lnTo>
                    <a:pt x="1290" y="1154"/>
                  </a:lnTo>
                  <a:lnTo>
                    <a:pt x="1476" y="22"/>
                  </a:lnTo>
                  <a:lnTo>
                    <a:pt x="1411" y="13"/>
                  </a:lnTo>
                  <a:cubicBezTo>
                    <a:pt x="1353" y="4"/>
                    <a:pt x="1296" y="0"/>
                    <a:pt x="123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21" name="Google Shape;621;p20"/>
            <p:cNvSpPr/>
            <p:nvPr/>
          </p:nvSpPr>
          <p:spPr>
            <a:xfrm>
              <a:off x="7464272" y="3113853"/>
              <a:ext cx="157411" cy="137714"/>
            </a:xfrm>
            <a:custGeom>
              <a:avLst/>
              <a:gdLst/>
              <a:ahLst/>
              <a:cxnLst/>
              <a:rect l="l" t="t" r="r" b="b"/>
              <a:pathLst>
                <a:path w="2765" h="2419" extrusionOk="0">
                  <a:moveTo>
                    <a:pt x="1383" y="0"/>
                  </a:moveTo>
                  <a:cubicBezTo>
                    <a:pt x="1168" y="0"/>
                    <a:pt x="950" y="58"/>
                    <a:pt x="752" y="179"/>
                  </a:cubicBezTo>
                  <a:cubicBezTo>
                    <a:pt x="186" y="523"/>
                    <a:pt x="0" y="1274"/>
                    <a:pt x="353" y="1840"/>
                  </a:cubicBezTo>
                  <a:cubicBezTo>
                    <a:pt x="583" y="2211"/>
                    <a:pt x="982" y="2418"/>
                    <a:pt x="1388" y="2418"/>
                  </a:cubicBezTo>
                  <a:cubicBezTo>
                    <a:pt x="1602" y="2418"/>
                    <a:pt x="1818" y="2360"/>
                    <a:pt x="2013" y="2239"/>
                  </a:cubicBezTo>
                  <a:cubicBezTo>
                    <a:pt x="2579" y="1896"/>
                    <a:pt x="2765" y="1153"/>
                    <a:pt x="2412" y="578"/>
                  </a:cubicBezTo>
                  <a:cubicBezTo>
                    <a:pt x="2187" y="208"/>
                    <a:pt x="1791" y="0"/>
                    <a:pt x="138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22" name="Google Shape;622;p20"/>
            <p:cNvSpPr/>
            <p:nvPr/>
          </p:nvSpPr>
          <p:spPr>
            <a:xfrm>
              <a:off x="7461084" y="3111177"/>
              <a:ext cx="156899" cy="144431"/>
            </a:xfrm>
            <a:custGeom>
              <a:avLst/>
              <a:gdLst/>
              <a:ahLst/>
              <a:cxnLst/>
              <a:rect l="l" t="t" r="r" b="b"/>
              <a:pathLst>
                <a:path w="2756" h="2537" extrusionOk="0">
                  <a:moveTo>
                    <a:pt x="1448" y="115"/>
                  </a:moveTo>
                  <a:cubicBezTo>
                    <a:pt x="1652" y="115"/>
                    <a:pt x="1856" y="171"/>
                    <a:pt x="2032" y="282"/>
                  </a:cubicBezTo>
                  <a:cubicBezTo>
                    <a:pt x="2301" y="431"/>
                    <a:pt x="2487" y="681"/>
                    <a:pt x="2561" y="987"/>
                  </a:cubicBezTo>
                  <a:cubicBezTo>
                    <a:pt x="2635" y="1284"/>
                    <a:pt x="2598" y="1590"/>
                    <a:pt x="2440" y="1859"/>
                  </a:cubicBezTo>
                  <a:cubicBezTo>
                    <a:pt x="2282" y="2119"/>
                    <a:pt x="2032" y="2304"/>
                    <a:pt x="1735" y="2379"/>
                  </a:cubicBezTo>
                  <a:cubicBezTo>
                    <a:pt x="1637" y="2406"/>
                    <a:pt x="1538" y="2419"/>
                    <a:pt x="1439" y="2419"/>
                  </a:cubicBezTo>
                  <a:cubicBezTo>
                    <a:pt x="1237" y="2419"/>
                    <a:pt x="1037" y="2364"/>
                    <a:pt x="863" y="2258"/>
                  </a:cubicBezTo>
                  <a:cubicBezTo>
                    <a:pt x="316" y="1933"/>
                    <a:pt x="130" y="1228"/>
                    <a:pt x="455" y="681"/>
                  </a:cubicBezTo>
                  <a:cubicBezTo>
                    <a:pt x="613" y="412"/>
                    <a:pt x="863" y="226"/>
                    <a:pt x="1160" y="152"/>
                  </a:cubicBezTo>
                  <a:cubicBezTo>
                    <a:pt x="1262" y="124"/>
                    <a:pt x="1355" y="115"/>
                    <a:pt x="1448" y="115"/>
                  </a:cubicBezTo>
                  <a:close/>
                  <a:moveTo>
                    <a:pt x="1449" y="1"/>
                  </a:moveTo>
                  <a:cubicBezTo>
                    <a:pt x="1343" y="1"/>
                    <a:pt x="1237" y="14"/>
                    <a:pt x="1132" y="41"/>
                  </a:cubicBezTo>
                  <a:cubicBezTo>
                    <a:pt x="808" y="124"/>
                    <a:pt x="529" y="328"/>
                    <a:pt x="353" y="616"/>
                  </a:cubicBezTo>
                  <a:cubicBezTo>
                    <a:pt x="0" y="1219"/>
                    <a:pt x="195" y="1998"/>
                    <a:pt x="798" y="2360"/>
                  </a:cubicBezTo>
                  <a:cubicBezTo>
                    <a:pt x="1002" y="2471"/>
                    <a:pt x="1216" y="2536"/>
                    <a:pt x="1448" y="2536"/>
                  </a:cubicBezTo>
                  <a:cubicBezTo>
                    <a:pt x="1550" y="2536"/>
                    <a:pt x="1652" y="2518"/>
                    <a:pt x="1763" y="2490"/>
                  </a:cubicBezTo>
                  <a:cubicBezTo>
                    <a:pt x="2088" y="2406"/>
                    <a:pt x="2366" y="2202"/>
                    <a:pt x="2533" y="1915"/>
                  </a:cubicBezTo>
                  <a:cubicBezTo>
                    <a:pt x="2709" y="1618"/>
                    <a:pt x="2756" y="1284"/>
                    <a:pt x="2672" y="950"/>
                  </a:cubicBezTo>
                  <a:cubicBezTo>
                    <a:pt x="2589" y="625"/>
                    <a:pt x="2385" y="347"/>
                    <a:pt x="2088" y="180"/>
                  </a:cubicBezTo>
                  <a:cubicBezTo>
                    <a:pt x="1893" y="60"/>
                    <a:pt x="1672" y="1"/>
                    <a:pt x="144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23" name="Google Shape;623;p20"/>
            <p:cNvSpPr/>
            <p:nvPr/>
          </p:nvSpPr>
          <p:spPr>
            <a:xfrm>
              <a:off x="7495925" y="3135657"/>
              <a:ext cx="95130" cy="95642"/>
            </a:xfrm>
            <a:custGeom>
              <a:avLst/>
              <a:gdLst/>
              <a:ahLst/>
              <a:cxnLst/>
              <a:rect l="l" t="t" r="r" b="b"/>
              <a:pathLst>
                <a:path w="1671" h="1680" extrusionOk="0">
                  <a:moveTo>
                    <a:pt x="836" y="1"/>
                  </a:moveTo>
                  <a:cubicBezTo>
                    <a:pt x="372" y="1"/>
                    <a:pt x="1" y="372"/>
                    <a:pt x="1" y="835"/>
                  </a:cubicBezTo>
                  <a:cubicBezTo>
                    <a:pt x="1" y="1299"/>
                    <a:pt x="372" y="1680"/>
                    <a:pt x="836" y="1680"/>
                  </a:cubicBezTo>
                  <a:cubicBezTo>
                    <a:pt x="1299" y="1680"/>
                    <a:pt x="1670" y="1299"/>
                    <a:pt x="1670" y="835"/>
                  </a:cubicBezTo>
                  <a:cubicBezTo>
                    <a:pt x="1670" y="372"/>
                    <a:pt x="1299" y="1"/>
                    <a:pt x="83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24" name="Google Shape;624;p20"/>
            <p:cNvSpPr/>
            <p:nvPr/>
          </p:nvSpPr>
          <p:spPr>
            <a:xfrm>
              <a:off x="7492224" y="3132469"/>
              <a:ext cx="102531" cy="102019"/>
            </a:xfrm>
            <a:custGeom>
              <a:avLst/>
              <a:gdLst/>
              <a:ahLst/>
              <a:cxnLst/>
              <a:rect l="l" t="t" r="r" b="b"/>
              <a:pathLst>
                <a:path w="1801" h="1792" extrusionOk="0">
                  <a:moveTo>
                    <a:pt x="901" y="112"/>
                  </a:moveTo>
                  <a:cubicBezTo>
                    <a:pt x="1327" y="112"/>
                    <a:pt x="1680" y="465"/>
                    <a:pt x="1680" y="891"/>
                  </a:cubicBezTo>
                  <a:cubicBezTo>
                    <a:pt x="1680" y="1327"/>
                    <a:pt x="1327" y="1671"/>
                    <a:pt x="901" y="1671"/>
                  </a:cubicBezTo>
                  <a:cubicBezTo>
                    <a:pt x="474" y="1671"/>
                    <a:pt x="121" y="1318"/>
                    <a:pt x="121" y="891"/>
                  </a:cubicBezTo>
                  <a:cubicBezTo>
                    <a:pt x="121" y="465"/>
                    <a:pt x="474" y="112"/>
                    <a:pt x="901" y="112"/>
                  </a:cubicBezTo>
                  <a:close/>
                  <a:moveTo>
                    <a:pt x="901" y="1"/>
                  </a:moveTo>
                  <a:cubicBezTo>
                    <a:pt x="409" y="1"/>
                    <a:pt x="1" y="400"/>
                    <a:pt x="1" y="891"/>
                  </a:cubicBezTo>
                  <a:cubicBezTo>
                    <a:pt x="1" y="1392"/>
                    <a:pt x="409" y="1791"/>
                    <a:pt x="901" y="1791"/>
                  </a:cubicBezTo>
                  <a:cubicBezTo>
                    <a:pt x="1392" y="1791"/>
                    <a:pt x="1800" y="1392"/>
                    <a:pt x="1800" y="891"/>
                  </a:cubicBezTo>
                  <a:cubicBezTo>
                    <a:pt x="1800" y="400"/>
                    <a:pt x="1392" y="1"/>
                    <a:pt x="90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25" name="Google Shape;625;p20"/>
            <p:cNvSpPr/>
            <p:nvPr/>
          </p:nvSpPr>
          <p:spPr>
            <a:xfrm>
              <a:off x="7504920" y="3149434"/>
              <a:ext cx="77140" cy="67576"/>
            </a:xfrm>
            <a:custGeom>
              <a:avLst/>
              <a:gdLst/>
              <a:ahLst/>
              <a:cxnLst/>
              <a:rect l="l" t="t" r="r" b="b"/>
              <a:pathLst>
                <a:path w="1355" h="1187" extrusionOk="0">
                  <a:moveTo>
                    <a:pt x="677" y="0"/>
                  </a:moveTo>
                  <a:cubicBezTo>
                    <a:pt x="474" y="0"/>
                    <a:pt x="278" y="103"/>
                    <a:pt x="167" y="287"/>
                  </a:cubicBezTo>
                  <a:cubicBezTo>
                    <a:pt x="0" y="575"/>
                    <a:pt x="93" y="937"/>
                    <a:pt x="371" y="1104"/>
                  </a:cubicBezTo>
                  <a:cubicBezTo>
                    <a:pt x="469" y="1160"/>
                    <a:pt x="574" y="1187"/>
                    <a:pt x="678" y="1187"/>
                  </a:cubicBezTo>
                  <a:cubicBezTo>
                    <a:pt x="881" y="1187"/>
                    <a:pt x="1077" y="1084"/>
                    <a:pt x="1188" y="900"/>
                  </a:cubicBezTo>
                  <a:cubicBezTo>
                    <a:pt x="1355" y="612"/>
                    <a:pt x="1262" y="250"/>
                    <a:pt x="984" y="83"/>
                  </a:cubicBezTo>
                  <a:cubicBezTo>
                    <a:pt x="887" y="27"/>
                    <a:pt x="781" y="0"/>
                    <a:pt x="67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26" name="Google Shape;626;p20"/>
            <p:cNvSpPr/>
            <p:nvPr/>
          </p:nvSpPr>
          <p:spPr>
            <a:xfrm>
              <a:off x="7501219" y="3146246"/>
              <a:ext cx="84541" cy="74521"/>
            </a:xfrm>
            <a:custGeom>
              <a:avLst/>
              <a:gdLst/>
              <a:ahLst/>
              <a:cxnLst/>
              <a:rect l="l" t="t" r="r" b="b"/>
              <a:pathLst>
                <a:path w="1485" h="1309" extrusionOk="0">
                  <a:moveTo>
                    <a:pt x="746" y="112"/>
                  </a:moveTo>
                  <a:cubicBezTo>
                    <a:pt x="839" y="112"/>
                    <a:pt x="934" y="136"/>
                    <a:pt x="1021" y="186"/>
                  </a:cubicBezTo>
                  <a:cubicBezTo>
                    <a:pt x="1271" y="343"/>
                    <a:pt x="1355" y="668"/>
                    <a:pt x="1206" y="928"/>
                  </a:cubicBezTo>
                  <a:cubicBezTo>
                    <a:pt x="1132" y="1048"/>
                    <a:pt x="1012" y="1132"/>
                    <a:pt x="872" y="1169"/>
                  </a:cubicBezTo>
                  <a:cubicBezTo>
                    <a:pt x="826" y="1181"/>
                    <a:pt x="780" y="1187"/>
                    <a:pt x="734" y="1187"/>
                  </a:cubicBezTo>
                  <a:cubicBezTo>
                    <a:pt x="642" y="1187"/>
                    <a:pt x="551" y="1163"/>
                    <a:pt x="464" y="1113"/>
                  </a:cubicBezTo>
                  <a:cubicBezTo>
                    <a:pt x="214" y="965"/>
                    <a:pt x="130" y="631"/>
                    <a:pt x="279" y="380"/>
                  </a:cubicBezTo>
                  <a:cubicBezTo>
                    <a:pt x="378" y="207"/>
                    <a:pt x="559" y="112"/>
                    <a:pt x="746" y="112"/>
                  </a:cubicBezTo>
                  <a:close/>
                  <a:moveTo>
                    <a:pt x="742" y="0"/>
                  </a:moveTo>
                  <a:cubicBezTo>
                    <a:pt x="519" y="0"/>
                    <a:pt x="299" y="113"/>
                    <a:pt x="177" y="315"/>
                  </a:cubicBezTo>
                  <a:cubicBezTo>
                    <a:pt x="0" y="631"/>
                    <a:pt x="103" y="1030"/>
                    <a:pt x="409" y="1215"/>
                  </a:cubicBezTo>
                  <a:cubicBezTo>
                    <a:pt x="511" y="1271"/>
                    <a:pt x="622" y="1308"/>
                    <a:pt x="743" y="1308"/>
                  </a:cubicBezTo>
                  <a:cubicBezTo>
                    <a:pt x="798" y="1308"/>
                    <a:pt x="854" y="1299"/>
                    <a:pt x="900" y="1280"/>
                  </a:cubicBezTo>
                  <a:cubicBezTo>
                    <a:pt x="1077" y="1243"/>
                    <a:pt x="1216" y="1132"/>
                    <a:pt x="1299" y="983"/>
                  </a:cubicBezTo>
                  <a:cubicBezTo>
                    <a:pt x="1485" y="677"/>
                    <a:pt x="1383" y="269"/>
                    <a:pt x="1077" y="93"/>
                  </a:cubicBezTo>
                  <a:cubicBezTo>
                    <a:pt x="973" y="30"/>
                    <a:pt x="857" y="0"/>
                    <a:pt x="74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27" name="Google Shape;627;p20"/>
            <p:cNvSpPr/>
            <p:nvPr/>
          </p:nvSpPr>
          <p:spPr>
            <a:xfrm>
              <a:off x="7526553" y="3166797"/>
              <a:ext cx="33873" cy="33361"/>
            </a:xfrm>
            <a:custGeom>
              <a:avLst/>
              <a:gdLst/>
              <a:ahLst/>
              <a:cxnLst/>
              <a:rect l="l" t="t" r="r" b="b"/>
              <a:pathLst>
                <a:path w="595" h="586" extrusionOk="0">
                  <a:moveTo>
                    <a:pt x="298" y="1"/>
                  </a:moveTo>
                  <a:cubicBezTo>
                    <a:pt x="131" y="1"/>
                    <a:pt x="1" y="131"/>
                    <a:pt x="1" y="288"/>
                  </a:cubicBezTo>
                  <a:cubicBezTo>
                    <a:pt x="1" y="455"/>
                    <a:pt x="131" y="585"/>
                    <a:pt x="298" y="585"/>
                  </a:cubicBezTo>
                  <a:cubicBezTo>
                    <a:pt x="455" y="585"/>
                    <a:pt x="594" y="455"/>
                    <a:pt x="594" y="288"/>
                  </a:cubicBezTo>
                  <a:cubicBezTo>
                    <a:pt x="594" y="131"/>
                    <a:pt x="455" y="1"/>
                    <a:pt x="29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28" name="Google Shape;628;p20"/>
            <p:cNvSpPr/>
            <p:nvPr/>
          </p:nvSpPr>
          <p:spPr>
            <a:xfrm>
              <a:off x="7523422" y="3163097"/>
              <a:ext cx="40193" cy="40193"/>
            </a:xfrm>
            <a:custGeom>
              <a:avLst/>
              <a:gdLst/>
              <a:ahLst/>
              <a:cxnLst/>
              <a:rect l="l" t="t" r="r" b="b"/>
              <a:pathLst>
                <a:path w="706" h="706" extrusionOk="0">
                  <a:moveTo>
                    <a:pt x="353" y="121"/>
                  </a:moveTo>
                  <a:cubicBezTo>
                    <a:pt x="482" y="121"/>
                    <a:pt x="585" y="224"/>
                    <a:pt x="585" y="353"/>
                  </a:cubicBezTo>
                  <a:cubicBezTo>
                    <a:pt x="585" y="483"/>
                    <a:pt x="482" y="585"/>
                    <a:pt x="353" y="585"/>
                  </a:cubicBezTo>
                  <a:cubicBezTo>
                    <a:pt x="223" y="585"/>
                    <a:pt x="121" y="483"/>
                    <a:pt x="121" y="353"/>
                  </a:cubicBezTo>
                  <a:cubicBezTo>
                    <a:pt x="121" y="224"/>
                    <a:pt x="223" y="121"/>
                    <a:pt x="353" y="121"/>
                  </a:cubicBezTo>
                  <a:close/>
                  <a:moveTo>
                    <a:pt x="353" y="1"/>
                  </a:moveTo>
                  <a:cubicBezTo>
                    <a:pt x="158" y="1"/>
                    <a:pt x="0" y="159"/>
                    <a:pt x="0" y="353"/>
                  </a:cubicBezTo>
                  <a:cubicBezTo>
                    <a:pt x="0" y="548"/>
                    <a:pt x="158" y="706"/>
                    <a:pt x="353" y="706"/>
                  </a:cubicBezTo>
                  <a:cubicBezTo>
                    <a:pt x="547" y="706"/>
                    <a:pt x="705" y="548"/>
                    <a:pt x="705" y="353"/>
                  </a:cubicBezTo>
                  <a:cubicBezTo>
                    <a:pt x="705" y="159"/>
                    <a:pt x="547" y="1"/>
                    <a:pt x="35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29" name="Google Shape;629;p20"/>
            <p:cNvSpPr/>
            <p:nvPr/>
          </p:nvSpPr>
          <p:spPr>
            <a:xfrm>
              <a:off x="7495412" y="3128939"/>
              <a:ext cx="49188" cy="55905"/>
            </a:xfrm>
            <a:custGeom>
              <a:avLst/>
              <a:gdLst/>
              <a:ahLst/>
              <a:cxnLst/>
              <a:rect l="l" t="t" r="r" b="b"/>
              <a:pathLst>
                <a:path w="864" h="982" extrusionOk="0">
                  <a:moveTo>
                    <a:pt x="38" y="0"/>
                  </a:moveTo>
                  <a:cubicBezTo>
                    <a:pt x="31" y="0"/>
                    <a:pt x="24" y="3"/>
                    <a:pt x="19" y="7"/>
                  </a:cubicBezTo>
                  <a:cubicBezTo>
                    <a:pt x="0" y="16"/>
                    <a:pt x="0" y="35"/>
                    <a:pt x="10" y="54"/>
                  </a:cubicBezTo>
                  <a:lnTo>
                    <a:pt x="807" y="972"/>
                  </a:lnTo>
                  <a:cubicBezTo>
                    <a:pt x="817" y="981"/>
                    <a:pt x="826" y="981"/>
                    <a:pt x="835" y="981"/>
                  </a:cubicBezTo>
                  <a:lnTo>
                    <a:pt x="854" y="981"/>
                  </a:lnTo>
                  <a:cubicBezTo>
                    <a:pt x="863" y="972"/>
                    <a:pt x="863" y="953"/>
                    <a:pt x="854" y="935"/>
                  </a:cubicBezTo>
                  <a:lnTo>
                    <a:pt x="56" y="7"/>
                  </a:lnTo>
                  <a:cubicBezTo>
                    <a:pt x="51" y="3"/>
                    <a:pt x="44" y="0"/>
                    <a:pt x="38" y="0"/>
                  </a:cubicBez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30" name="Google Shape;630;p20"/>
            <p:cNvSpPr/>
            <p:nvPr/>
          </p:nvSpPr>
          <p:spPr>
            <a:xfrm>
              <a:off x="7493818" y="3127231"/>
              <a:ext cx="52319" cy="59720"/>
            </a:xfrm>
            <a:custGeom>
              <a:avLst/>
              <a:gdLst/>
              <a:ahLst/>
              <a:cxnLst/>
              <a:rect l="l" t="t" r="r" b="b"/>
              <a:pathLst>
                <a:path w="919" h="1049" extrusionOk="0">
                  <a:moveTo>
                    <a:pt x="66" y="56"/>
                  </a:moveTo>
                  <a:lnTo>
                    <a:pt x="863" y="983"/>
                  </a:lnTo>
                  <a:lnTo>
                    <a:pt x="854" y="983"/>
                  </a:lnTo>
                  <a:lnTo>
                    <a:pt x="66" y="56"/>
                  </a:lnTo>
                  <a:close/>
                  <a:moveTo>
                    <a:pt x="66" y="0"/>
                  </a:moveTo>
                  <a:cubicBezTo>
                    <a:pt x="47" y="0"/>
                    <a:pt x="38" y="0"/>
                    <a:pt x="28" y="19"/>
                  </a:cubicBezTo>
                  <a:cubicBezTo>
                    <a:pt x="10" y="28"/>
                    <a:pt x="10" y="37"/>
                    <a:pt x="1" y="56"/>
                  </a:cubicBezTo>
                  <a:cubicBezTo>
                    <a:pt x="1" y="74"/>
                    <a:pt x="10" y="84"/>
                    <a:pt x="19" y="102"/>
                  </a:cubicBezTo>
                  <a:lnTo>
                    <a:pt x="817" y="1021"/>
                  </a:lnTo>
                  <a:cubicBezTo>
                    <a:pt x="826" y="1039"/>
                    <a:pt x="845" y="1048"/>
                    <a:pt x="863" y="1048"/>
                  </a:cubicBezTo>
                  <a:cubicBezTo>
                    <a:pt x="873" y="1048"/>
                    <a:pt x="882" y="1039"/>
                    <a:pt x="900" y="1030"/>
                  </a:cubicBezTo>
                  <a:cubicBezTo>
                    <a:pt x="910" y="1021"/>
                    <a:pt x="919" y="1002"/>
                    <a:pt x="919" y="983"/>
                  </a:cubicBezTo>
                  <a:cubicBezTo>
                    <a:pt x="919" y="974"/>
                    <a:pt x="919" y="956"/>
                    <a:pt x="900" y="946"/>
                  </a:cubicBezTo>
                  <a:lnTo>
                    <a:pt x="112" y="19"/>
                  </a:lnTo>
                  <a:cubicBezTo>
                    <a:pt x="103" y="9"/>
                    <a:pt x="84" y="0"/>
                    <a:pt x="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31" name="Google Shape;631;p20"/>
            <p:cNvSpPr/>
            <p:nvPr/>
          </p:nvSpPr>
          <p:spPr>
            <a:xfrm>
              <a:off x="7482205" y="3116130"/>
              <a:ext cx="19072" cy="18502"/>
            </a:xfrm>
            <a:custGeom>
              <a:avLst/>
              <a:gdLst/>
              <a:ahLst/>
              <a:cxnLst/>
              <a:rect l="l" t="t" r="r" b="b"/>
              <a:pathLst>
                <a:path w="335" h="325" extrusionOk="0">
                  <a:moveTo>
                    <a:pt x="242" y="0"/>
                  </a:moveTo>
                  <a:cubicBezTo>
                    <a:pt x="223" y="10"/>
                    <a:pt x="214" y="19"/>
                    <a:pt x="214" y="37"/>
                  </a:cubicBezTo>
                  <a:lnTo>
                    <a:pt x="251" y="223"/>
                  </a:lnTo>
                  <a:cubicBezTo>
                    <a:pt x="251" y="223"/>
                    <a:pt x="251" y="232"/>
                    <a:pt x="242" y="232"/>
                  </a:cubicBezTo>
                  <a:lnTo>
                    <a:pt x="47" y="158"/>
                  </a:lnTo>
                  <a:cubicBezTo>
                    <a:pt x="28" y="158"/>
                    <a:pt x="19" y="158"/>
                    <a:pt x="10" y="177"/>
                  </a:cubicBezTo>
                  <a:cubicBezTo>
                    <a:pt x="0" y="195"/>
                    <a:pt x="10" y="214"/>
                    <a:pt x="28" y="214"/>
                  </a:cubicBezTo>
                  <a:lnTo>
                    <a:pt x="325" y="325"/>
                  </a:lnTo>
                  <a:cubicBezTo>
                    <a:pt x="325" y="325"/>
                    <a:pt x="334" y="316"/>
                    <a:pt x="334" y="316"/>
                  </a:cubicBezTo>
                  <a:lnTo>
                    <a:pt x="279" y="28"/>
                  </a:lnTo>
                  <a:cubicBezTo>
                    <a:pt x="270" y="10"/>
                    <a:pt x="260" y="0"/>
                    <a:pt x="242" y="0"/>
                  </a:cubicBez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32" name="Google Shape;632;p20"/>
            <p:cNvSpPr/>
            <p:nvPr/>
          </p:nvSpPr>
          <p:spPr>
            <a:xfrm>
              <a:off x="7481123" y="3114536"/>
              <a:ext cx="21747" cy="21690"/>
            </a:xfrm>
            <a:custGeom>
              <a:avLst/>
              <a:gdLst/>
              <a:ahLst/>
              <a:cxnLst/>
              <a:rect l="l" t="t" r="r" b="b"/>
              <a:pathLst>
                <a:path w="382" h="381" extrusionOk="0">
                  <a:moveTo>
                    <a:pt x="270" y="56"/>
                  </a:moveTo>
                  <a:lnTo>
                    <a:pt x="316" y="307"/>
                  </a:lnTo>
                  <a:lnTo>
                    <a:pt x="316" y="307"/>
                  </a:lnTo>
                  <a:lnTo>
                    <a:pt x="263" y="288"/>
                  </a:lnTo>
                  <a:lnTo>
                    <a:pt x="263" y="288"/>
                  </a:lnTo>
                  <a:cubicBezTo>
                    <a:pt x="272" y="287"/>
                    <a:pt x="282" y="285"/>
                    <a:pt x="289" y="279"/>
                  </a:cubicBezTo>
                  <a:cubicBezTo>
                    <a:pt x="298" y="269"/>
                    <a:pt x="307" y="251"/>
                    <a:pt x="298" y="242"/>
                  </a:cubicBezTo>
                  <a:lnTo>
                    <a:pt x="270" y="56"/>
                  </a:lnTo>
                  <a:close/>
                  <a:moveTo>
                    <a:pt x="251" y="0"/>
                  </a:moveTo>
                  <a:cubicBezTo>
                    <a:pt x="242" y="0"/>
                    <a:pt x="224" y="10"/>
                    <a:pt x="214" y="28"/>
                  </a:cubicBezTo>
                  <a:cubicBezTo>
                    <a:pt x="214" y="38"/>
                    <a:pt x="205" y="56"/>
                    <a:pt x="214" y="75"/>
                  </a:cubicBezTo>
                  <a:lnTo>
                    <a:pt x="242" y="214"/>
                  </a:lnTo>
                  <a:lnTo>
                    <a:pt x="84" y="158"/>
                  </a:lnTo>
                  <a:lnTo>
                    <a:pt x="38" y="158"/>
                  </a:lnTo>
                  <a:cubicBezTo>
                    <a:pt x="19" y="167"/>
                    <a:pt x="10" y="177"/>
                    <a:pt x="1" y="195"/>
                  </a:cubicBezTo>
                  <a:cubicBezTo>
                    <a:pt x="1" y="214"/>
                    <a:pt x="1" y="223"/>
                    <a:pt x="10" y="242"/>
                  </a:cubicBezTo>
                  <a:cubicBezTo>
                    <a:pt x="10" y="251"/>
                    <a:pt x="29" y="260"/>
                    <a:pt x="38" y="269"/>
                  </a:cubicBezTo>
                  <a:lnTo>
                    <a:pt x="335" y="381"/>
                  </a:lnTo>
                  <a:lnTo>
                    <a:pt x="344" y="381"/>
                  </a:lnTo>
                  <a:cubicBezTo>
                    <a:pt x="353" y="381"/>
                    <a:pt x="363" y="381"/>
                    <a:pt x="372" y="372"/>
                  </a:cubicBezTo>
                  <a:cubicBezTo>
                    <a:pt x="381" y="362"/>
                    <a:pt x="381" y="344"/>
                    <a:pt x="381" y="334"/>
                  </a:cubicBezTo>
                  <a:lnTo>
                    <a:pt x="326" y="47"/>
                  </a:lnTo>
                  <a:cubicBezTo>
                    <a:pt x="326" y="28"/>
                    <a:pt x="316" y="19"/>
                    <a:pt x="298" y="10"/>
                  </a:cubicBezTo>
                  <a:cubicBezTo>
                    <a:pt x="289" y="0"/>
                    <a:pt x="270" y="0"/>
                    <a:pt x="25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33" name="Google Shape;633;p20"/>
            <p:cNvSpPr/>
            <p:nvPr/>
          </p:nvSpPr>
          <p:spPr>
            <a:xfrm>
              <a:off x="7487499" y="3121937"/>
              <a:ext cx="18502" cy="18218"/>
            </a:xfrm>
            <a:custGeom>
              <a:avLst/>
              <a:gdLst/>
              <a:ahLst/>
              <a:cxnLst/>
              <a:rect l="l" t="t" r="r" b="b"/>
              <a:pathLst>
                <a:path w="325" h="320" extrusionOk="0">
                  <a:moveTo>
                    <a:pt x="232" y="0"/>
                  </a:moveTo>
                  <a:cubicBezTo>
                    <a:pt x="214" y="0"/>
                    <a:pt x="204" y="19"/>
                    <a:pt x="214" y="37"/>
                  </a:cubicBezTo>
                  <a:lnTo>
                    <a:pt x="251" y="214"/>
                  </a:lnTo>
                  <a:cubicBezTo>
                    <a:pt x="251" y="220"/>
                    <a:pt x="246" y="227"/>
                    <a:pt x="240" y="227"/>
                  </a:cubicBezTo>
                  <a:cubicBezTo>
                    <a:pt x="238" y="227"/>
                    <a:pt x="235" y="226"/>
                    <a:pt x="232" y="223"/>
                  </a:cubicBezTo>
                  <a:lnTo>
                    <a:pt x="37" y="158"/>
                  </a:lnTo>
                  <a:cubicBezTo>
                    <a:pt x="35" y="156"/>
                    <a:pt x="32" y="154"/>
                    <a:pt x="28" y="154"/>
                  </a:cubicBezTo>
                  <a:cubicBezTo>
                    <a:pt x="19" y="154"/>
                    <a:pt x="7" y="163"/>
                    <a:pt x="0" y="177"/>
                  </a:cubicBezTo>
                  <a:cubicBezTo>
                    <a:pt x="0" y="186"/>
                    <a:pt x="10" y="204"/>
                    <a:pt x="19" y="214"/>
                  </a:cubicBezTo>
                  <a:lnTo>
                    <a:pt x="316" y="316"/>
                  </a:lnTo>
                  <a:cubicBezTo>
                    <a:pt x="318" y="318"/>
                    <a:pt x="320" y="320"/>
                    <a:pt x="322" y="320"/>
                  </a:cubicBezTo>
                  <a:cubicBezTo>
                    <a:pt x="325" y="320"/>
                    <a:pt x="325" y="313"/>
                    <a:pt x="325" y="306"/>
                  </a:cubicBezTo>
                  <a:lnTo>
                    <a:pt x="269" y="28"/>
                  </a:lnTo>
                  <a:cubicBezTo>
                    <a:pt x="269" y="10"/>
                    <a:pt x="251" y="0"/>
                    <a:pt x="232" y="0"/>
                  </a:cubicBez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34" name="Google Shape;634;p20"/>
            <p:cNvSpPr/>
            <p:nvPr/>
          </p:nvSpPr>
          <p:spPr>
            <a:xfrm>
              <a:off x="7485905" y="3120115"/>
              <a:ext cx="21690" cy="21918"/>
            </a:xfrm>
            <a:custGeom>
              <a:avLst/>
              <a:gdLst/>
              <a:ahLst/>
              <a:cxnLst/>
              <a:rect l="l" t="t" r="r" b="b"/>
              <a:pathLst>
                <a:path w="381" h="385" extrusionOk="0">
                  <a:moveTo>
                    <a:pt x="56" y="218"/>
                  </a:moveTo>
                  <a:lnTo>
                    <a:pt x="251" y="283"/>
                  </a:lnTo>
                  <a:cubicBezTo>
                    <a:pt x="256" y="287"/>
                    <a:pt x="262" y="290"/>
                    <a:pt x="269" y="290"/>
                  </a:cubicBezTo>
                  <a:cubicBezTo>
                    <a:pt x="276" y="290"/>
                    <a:pt x="283" y="287"/>
                    <a:pt x="288" y="283"/>
                  </a:cubicBezTo>
                  <a:cubicBezTo>
                    <a:pt x="295" y="276"/>
                    <a:pt x="302" y="263"/>
                    <a:pt x="305" y="253"/>
                  </a:cubicBezTo>
                  <a:lnTo>
                    <a:pt x="305" y="253"/>
                  </a:lnTo>
                  <a:lnTo>
                    <a:pt x="316" y="311"/>
                  </a:lnTo>
                  <a:lnTo>
                    <a:pt x="56" y="218"/>
                  </a:lnTo>
                  <a:close/>
                  <a:moveTo>
                    <a:pt x="270" y="1"/>
                  </a:moveTo>
                  <a:cubicBezTo>
                    <a:pt x="266" y="1"/>
                    <a:pt x="263" y="2"/>
                    <a:pt x="260" y="4"/>
                  </a:cubicBezTo>
                  <a:cubicBezTo>
                    <a:pt x="242" y="4"/>
                    <a:pt x="223" y="14"/>
                    <a:pt x="214" y="32"/>
                  </a:cubicBezTo>
                  <a:cubicBezTo>
                    <a:pt x="214" y="42"/>
                    <a:pt x="205" y="60"/>
                    <a:pt x="214" y="69"/>
                  </a:cubicBezTo>
                  <a:lnTo>
                    <a:pt x="242" y="218"/>
                  </a:lnTo>
                  <a:lnTo>
                    <a:pt x="84" y="162"/>
                  </a:lnTo>
                  <a:cubicBezTo>
                    <a:pt x="75" y="158"/>
                    <a:pt x="65" y="155"/>
                    <a:pt x="57" y="155"/>
                  </a:cubicBezTo>
                  <a:cubicBezTo>
                    <a:pt x="49" y="155"/>
                    <a:pt x="42" y="158"/>
                    <a:pt x="38" y="162"/>
                  </a:cubicBezTo>
                  <a:cubicBezTo>
                    <a:pt x="19" y="171"/>
                    <a:pt x="10" y="181"/>
                    <a:pt x="0" y="199"/>
                  </a:cubicBezTo>
                  <a:cubicBezTo>
                    <a:pt x="0" y="209"/>
                    <a:pt x="0" y="227"/>
                    <a:pt x="10" y="246"/>
                  </a:cubicBezTo>
                  <a:cubicBezTo>
                    <a:pt x="10" y="255"/>
                    <a:pt x="28" y="264"/>
                    <a:pt x="38" y="274"/>
                  </a:cubicBezTo>
                  <a:lnTo>
                    <a:pt x="334" y="376"/>
                  </a:lnTo>
                  <a:cubicBezTo>
                    <a:pt x="334" y="385"/>
                    <a:pt x="344" y="385"/>
                    <a:pt x="344" y="385"/>
                  </a:cubicBezTo>
                  <a:cubicBezTo>
                    <a:pt x="353" y="385"/>
                    <a:pt x="362" y="376"/>
                    <a:pt x="372" y="366"/>
                  </a:cubicBezTo>
                  <a:cubicBezTo>
                    <a:pt x="381" y="357"/>
                    <a:pt x="381" y="348"/>
                    <a:pt x="381" y="329"/>
                  </a:cubicBezTo>
                  <a:lnTo>
                    <a:pt x="325" y="51"/>
                  </a:lnTo>
                  <a:cubicBezTo>
                    <a:pt x="325" y="32"/>
                    <a:pt x="316" y="23"/>
                    <a:pt x="297" y="14"/>
                  </a:cubicBezTo>
                  <a:cubicBezTo>
                    <a:pt x="291" y="7"/>
                    <a:pt x="280" y="1"/>
                    <a:pt x="2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35" name="Google Shape;635;p20"/>
            <p:cNvSpPr/>
            <p:nvPr/>
          </p:nvSpPr>
          <p:spPr>
            <a:xfrm>
              <a:off x="6932439" y="3332119"/>
              <a:ext cx="175914" cy="249866"/>
            </a:xfrm>
            <a:custGeom>
              <a:avLst/>
              <a:gdLst/>
              <a:ahLst/>
              <a:cxnLst/>
              <a:rect l="l" t="t" r="r" b="b"/>
              <a:pathLst>
                <a:path w="3090" h="4389" extrusionOk="0">
                  <a:moveTo>
                    <a:pt x="399" y="0"/>
                  </a:moveTo>
                  <a:cubicBezTo>
                    <a:pt x="177" y="0"/>
                    <a:pt x="0" y="177"/>
                    <a:pt x="0" y="390"/>
                  </a:cubicBezTo>
                  <a:lnTo>
                    <a:pt x="0" y="3999"/>
                  </a:lnTo>
                  <a:cubicBezTo>
                    <a:pt x="0" y="4212"/>
                    <a:pt x="177" y="4388"/>
                    <a:pt x="399" y="4388"/>
                  </a:cubicBezTo>
                  <a:lnTo>
                    <a:pt x="2700" y="4388"/>
                  </a:lnTo>
                  <a:cubicBezTo>
                    <a:pt x="2913" y="4388"/>
                    <a:pt x="3090" y="4212"/>
                    <a:pt x="3090" y="3999"/>
                  </a:cubicBezTo>
                  <a:lnTo>
                    <a:pt x="3090" y="390"/>
                  </a:lnTo>
                  <a:cubicBezTo>
                    <a:pt x="3090" y="177"/>
                    <a:pt x="2913" y="0"/>
                    <a:pt x="270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36" name="Google Shape;636;p20"/>
            <p:cNvSpPr/>
            <p:nvPr/>
          </p:nvSpPr>
          <p:spPr>
            <a:xfrm>
              <a:off x="6929251" y="3328419"/>
              <a:ext cx="182802" cy="256697"/>
            </a:xfrm>
            <a:custGeom>
              <a:avLst/>
              <a:gdLst/>
              <a:ahLst/>
              <a:cxnLst/>
              <a:rect l="l" t="t" r="r" b="b"/>
              <a:pathLst>
                <a:path w="3211" h="4509" extrusionOk="0">
                  <a:moveTo>
                    <a:pt x="2756" y="121"/>
                  </a:moveTo>
                  <a:cubicBezTo>
                    <a:pt x="2942" y="121"/>
                    <a:pt x="3090" y="270"/>
                    <a:pt x="3090" y="455"/>
                  </a:cubicBezTo>
                  <a:lnTo>
                    <a:pt x="3090" y="4054"/>
                  </a:lnTo>
                  <a:cubicBezTo>
                    <a:pt x="3090" y="4240"/>
                    <a:pt x="2942" y="4398"/>
                    <a:pt x="2756" y="4398"/>
                  </a:cubicBezTo>
                  <a:lnTo>
                    <a:pt x="455" y="4398"/>
                  </a:lnTo>
                  <a:cubicBezTo>
                    <a:pt x="270" y="4398"/>
                    <a:pt x="121" y="4240"/>
                    <a:pt x="121" y="4054"/>
                  </a:cubicBezTo>
                  <a:lnTo>
                    <a:pt x="121" y="455"/>
                  </a:lnTo>
                  <a:cubicBezTo>
                    <a:pt x="121" y="270"/>
                    <a:pt x="270" y="121"/>
                    <a:pt x="455" y="121"/>
                  </a:cubicBezTo>
                  <a:close/>
                  <a:moveTo>
                    <a:pt x="455" y="0"/>
                  </a:moveTo>
                  <a:cubicBezTo>
                    <a:pt x="205" y="0"/>
                    <a:pt x="1" y="205"/>
                    <a:pt x="1" y="455"/>
                  </a:cubicBezTo>
                  <a:lnTo>
                    <a:pt x="1" y="4064"/>
                  </a:lnTo>
                  <a:cubicBezTo>
                    <a:pt x="1" y="4305"/>
                    <a:pt x="205" y="4509"/>
                    <a:pt x="455" y="4509"/>
                  </a:cubicBezTo>
                  <a:lnTo>
                    <a:pt x="2756" y="4509"/>
                  </a:lnTo>
                  <a:cubicBezTo>
                    <a:pt x="3006" y="4509"/>
                    <a:pt x="3211" y="4314"/>
                    <a:pt x="3211" y="4064"/>
                  </a:cubicBezTo>
                  <a:lnTo>
                    <a:pt x="3211" y="455"/>
                  </a:lnTo>
                  <a:cubicBezTo>
                    <a:pt x="3211" y="205"/>
                    <a:pt x="3006" y="0"/>
                    <a:pt x="2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37" name="Google Shape;637;p20"/>
            <p:cNvSpPr/>
            <p:nvPr/>
          </p:nvSpPr>
          <p:spPr>
            <a:xfrm>
              <a:off x="6626671" y="3327906"/>
              <a:ext cx="268880" cy="268880"/>
            </a:xfrm>
            <a:custGeom>
              <a:avLst/>
              <a:gdLst/>
              <a:ahLst/>
              <a:cxnLst/>
              <a:rect l="l" t="t" r="r" b="b"/>
              <a:pathLst>
                <a:path w="4723" h="4723" extrusionOk="0">
                  <a:moveTo>
                    <a:pt x="473" y="0"/>
                  </a:moveTo>
                  <a:cubicBezTo>
                    <a:pt x="214" y="0"/>
                    <a:pt x="0" y="214"/>
                    <a:pt x="0" y="473"/>
                  </a:cubicBezTo>
                  <a:lnTo>
                    <a:pt x="0" y="4249"/>
                  </a:lnTo>
                  <a:cubicBezTo>
                    <a:pt x="0" y="4509"/>
                    <a:pt x="214" y="4722"/>
                    <a:pt x="473" y="4722"/>
                  </a:cubicBezTo>
                  <a:lnTo>
                    <a:pt x="4249" y="4722"/>
                  </a:lnTo>
                  <a:cubicBezTo>
                    <a:pt x="4518" y="4722"/>
                    <a:pt x="4722" y="4509"/>
                    <a:pt x="4722" y="4249"/>
                  </a:cubicBezTo>
                  <a:lnTo>
                    <a:pt x="4722" y="473"/>
                  </a:lnTo>
                  <a:cubicBezTo>
                    <a:pt x="4722" y="214"/>
                    <a:pt x="4518" y="0"/>
                    <a:pt x="424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38" name="Google Shape;638;p20"/>
            <p:cNvSpPr/>
            <p:nvPr/>
          </p:nvSpPr>
          <p:spPr>
            <a:xfrm>
              <a:off x="6623483" y="3324718"/>
              <a:ext cx="275769" cy="275200"/>
            </a:xfrm>
            <a:custGeom>
              <a:avLst/>
              <a:gdLst/>
              <a:ahLst/>
              <a:cxnLst/>
              <a:rect l="l" t="t" r="r" b="b"/>
              <a:pathLst>
                <a:path w="4844" h="4834" extrusionOk="0">
                  <a:moveTo>
                    <a:pt x="4305" y="112"/>
                  </a:moveTo>
                  <a:cubicBezTo>
                    <a:pt x="4537" y="112"/>
                    <a:pt x="4722" y="297"/>
                    <a:pt x="4722" y="529"/>
                  </a:cubicBezTo>
                  <a:lnTo>
                    <a:pt x="4722" y="4305"/>
                  </a:lnTo>
                  <a:cubicBezTo>
                    <a:pt x="4722" y="4537"/>
                    <a:pt x="4537" y="4722"/>
                    <a:pt x="4305" y="4722"/>
                  </a:cubicBezTo>
                  <a:lnTo>
                    <a:pt x="529" y="4722"/>
                  </a:lnTo>
                  <a:cubicBezTo>
                    <a:pt x="297" y="4722"/>
                    <a:pt x="112" y="4537"/>
                    <a:pt x="112" y="4305"/>
                  </a:cubicBezTo>
                  <a:lnTo>
                    <a:pt x="112" y="529"/>
                  </a:lnTo>
                  <a:cubicBezTo>
                    <a:pt x="112" y="297"/>
                    <a:pt x="297" y="112"/>
                    <a:pt x="529" y="112"/>
                  </a:cubicBezTo>
                  <a:close/>
                  <a:moveTo>
                    <a:pt x="529" y="1"/>
                  </a:moveTo>
                  <a:cubicBezTo>
                    <a:pt x="242" y="1"/>
                    <a:pt x="1" y="232"/>
                    <a:pt x="1" y="529"/>
                  </a:cubicBezTo>
                  <a:lnTo>
                    <a:pt x="1" y="4305"/>
                  </a:lnTo>
                  <a:cubicBezTo>
                    <a:pt x="1" y="4602"/>
                    <a:pt x="242" y="4834"/>
                    <a:pt x="529" y="4834"/>
                  </a:cubicBezTo>
                  <a:lnTo>
                    <a:pt x="4305" y="4834"/>
                  </a:lnTo>
                  <a:cubicBezTo>
                    <a:pt x="4602" y="4834"/>
                    <a:pt x="4843" y="4602"/>
                    <a:pt x="4843" y="4305"/>
                  </a:cubicBezTo>
                  <a:lnTo>
                    <a:pt x="4843" y="529"/>
                  </a:lnTo>
                  <a:cubicBezTo>
                    <a:pt x="4843" y="232"/>
                    <a:pt x="4602" y="1"/>
                    <a:pt x="430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39" name="Google Shape;639;p20"/>
            <p:cNvSpPr/>
            <p:nvPr/>
          </p:nvSpPr>
          <p:spPr>
            <a:xfrm>
              <a:off x="6695328" y="3411877"/>
              <a:ext cx="136290" cy="100937"/>
            </a:xfrm>
            <a:custGeom>
              <a:avLst/>
              <a:gdLst/>
              <a:ahLst/>
              <a:cxnLst/>
              <a:rect l="l" t="t" r="r" b="b"/>
              <a:pathLst>
                <a:path w="2394" h="1773" extrusionOk="0">
                  <a:moveTo>
                    <a:pt x="241" y="0"/>
                  </a:moveTo>
                  <a:cubicBezTo>
                    <a:pt x="112" y="0"/>
                    <a:pt x="0" y="112"/>
                    <a:pt x="0" y="241"/>
                  </a:cubicBezTo>
                  <a:lnTo>
                    <a:pt x="0" y="1540"/>
                  </a:lnTo>
                  <a:cubicBezTo>
                    <a:pt x="0" y="1670"/>
                    <a:pt x="112" y="1772"/>
                    <a:pt x="241" y="1772"/>
                  </a:cubicBezTo>
                  <a:lnTo>
                    <a:pt x="2152" y="1772"/>
                  </a:lnTo>
                  <a:cubicBezTo>
                    <a:pt x="2292" y="1772"/>
                    <a:pt x="2394" y="1670"/>
                    <a:pt x="2394" y="1540"/>
                  </a:cubicBezTo>
                  <a:lnTo>
                    <a:pt x="2394" y="241"/>
                  </a:lnTo>
                  <a:cubicBezTo>
                    <a:pt x="2394" y="112"/>
                    <a:pt x="2292" y="0"/>
                    <a:pt x="215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40" name="Google Shape;640;p20"/>
            <p:cNvSpPr/>
            <p:nvPr/>
          </p:nvSpPr>
          <p:spPr>
            <a:xfrm>
              <a:off x="6692140" y="3408689"/>
              <a:ext cx="142667" cy="107768"/>
            </a:xfrm>
            <a:custGeom>
              <a:avLst/>
              <a:gdLst/>
              <a:ahLst/>
              <a:cxnLst/>
              <a:rect l="l" t="t" r="r" b="b"/>
              <a:pathLst>
                <a:path w="2506" h="1893" extrusionOk="0">
                  <a:moveTo>
                    <a:pt x="2208" y="112"/>
                  </a:moveTo>
                  <a:cubicBezTo>
                    <a:pt x="2310" y="112"/>
                    <a:pt x="2394" y="195"/>
                    <a:pt x="2394" y="297"/>
                  </a:cubicBezTo>
                  <a:lnTo>
                    <a:pt x="2394" y="1596"/>
                  </a:lnTo>
                  <a:cubicBezTo>
                    <a:pt x="2394" y="1689"/>
                    <a:pt x="2310" y="1772"/>
                    <a:pt x="2208" y="1772"/>
                  </a:cubicBezTo>
                  <a:lnTo>
                    <a:pt x="297" y="1772"/>
                  </a:lnTo>
                  <a:cubicBezTo>
                    <a:pt x="195" y="1772"/>
                    <a:pt x="121" y="1689"/>
                    <a:pt x="121" y="1596"/>
                  </a:cubicBezTo>
                  <a:lnTo>
                    <a:pt x="121" y="297"/>
                  </a:lnTo>
                  <a:cubicBezTo>
                    <a:pt x="121" y="195"/>
                    <a:pt x="195" y="112"/>
                    <a:pt x="297" y="112"/>
                  </a:cubicBezTo>
                  <a:close/>
                  <a:moveTo>
                    <a:pt x="297" y="1"/>
                  </a:moveTo>
                  <a:cubicBezTo>
                    <a:pt x="130" y="1"/>
                    <a:pt x="1" y="130"/>
                    <a:pt x="1" y="297"/>
                  </a:cubicBezTo>
                  <a:lnTo>
                    <a:pt x="1" y="1596"/>
                  </a:lnTo>
                  <a:cubicBezTo>
                    <a:pt x="1" y="1754"/>
                    <a:pt x="130" y="1893"/>
                    <a:pt x="297" y="1893"/>
                  </a:cubicBezTo>
                  <a:lnTo>
                    <a:pt x="2208" y="1893"/>
                  </a:lnTo>
                  <a:cubicBezTo>
                    <a:pt x="2375" y="1893"/>
                    <a:pt x="2505" y="1754"/>
                    <a:pt x="2505" y="1596"/>
                  </a:cubicBezTo>
                  <a:lnTo>
                    <a:pt x="2505" y="297"/>
                  </a:lnTo>
                  <a:cubicBezTo>
                    <a:pt x="2505" y="130"/>
                    <a:pt x="2375" y="1"/>
                    <a:pt x="220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41" name="Google Shape;641;p20"/>
            <p:cNvSpPr/>
            <p:nvPr/>
          </p:nvSpPr>
          <p:spPr>
            <a:xfrm>
              <a:off x="6695328" y="3425597"/>
              <a:ext cx="136290" cy="37232"/>
            </a:xfrm>
            <a:custGeom>
              <a:avLst/>
              <a:gdLst/>
              <a:ahLst/>
              <a:cxnLst/>
              <a:rect l="l" t="t" r="r" b="b"/>
              <a:pathLst>
                <a:path w="2394" h="654" extrusionOk="0">
                  <a:moveTo>
                    <a:pt x="0" y="0"/>
                  </a:moveTo>
                  <a:lnTo>
                    <a:pt x="965" y="585"/>
                  </a:lnTo>
                  <a:cubicBezTo>
                    <a:pt x="1046" y="630"/>
                    <a:pt x="1137" y="653"/>
                    <a:pt x="1226" y="653"/>
                  </a:cubicBezTo>
                  <a:cubicBezTo>
                    <a:pt x="1320" y="653"/>
                    <a:pt x="1413" y="628"/>
                    <a:pt x="1494" y="576"/>
                  </a:cubicBezTo>
                  <a:lnTo>
                    <a:pt x="239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42" name="Google Shape;642;p20"/>
            <p:cNvSpPr/>
            <p:nvPr/>
          </p:nvSpPr>
          <p:spPr>
            <a:xfrm>
              <a:off x="6693734" y="3422409"/>
              <a:ext cx="139479" cy="43381"/>
            </a:xfrm>
            <a:custGeom>
              <a:avLst/>
              <a:gdLst/>
              <a:ahLst/>
              <a:cxnLst/>
              <a:rect l="l" t="t" r="r" b="b"/>
              <a:pathLst>
                <a:path w="2450" h="762" extrusionOk="0">
                  <a:moveTo>
                    <a:pt x="56" y="1"/>
                  </a:moveTo>
                  <a:lnTo>
                    <a:pt x="0" y="103"/>
                  </a:lnTo>
                  <a:lnTo>
                    <a:pt x="965" y="687"/>
                  </a:lnTo>
                  <a:cubicBezTo>
                    <a:pt x="1058" y="743"/>
                    <a:pt x="1151" y="761"/>
                    <a:pt x="1253" y="761"/>
                  </a:cubicBezTo>
                  <a:cubicBezTo>
                    <a:pt x="1355" y="761"/>
                    <a:pt x="1457" y="734"/>
                    <a:pt x="1550" y="678"/>
                  </a:cubicBezTo>
                  <a:lnTo>
                    <a:pt x="2449" y="103"/>
                  </a:lnTo>
                  <a:lnTo>
                    <a:pt x="2394" y="1"/>
                  </a:lnTo>
                  <a:lnTo>
                    <a:pt x="1485" y="576"/>
                  </a:lnTo>
                  <a:cubicBezTo>
                    <a:pt x="1413" y="623"/>
                    <a:pt x="1332" y="647"/>
                    <a:pt x="1251" y="647"/>
                  </a:cubicBezTo>
                  <a:cubicBezTo>
                    <a:pt x="1174" y="647"/>
                    <a:pt x="1098" y="626"/>
                    <a:pt x="1030" y="585"/>
                  </a:cubicBezTo>
                  <a:lnTo>
                    <a:pt x="5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43" name="Google Shape;643;p20"/>
            <p:cNvSpPr/>
            <p:nvPr/>
          </p:nvSpPr>
          <p:spPr>
            <a:xfrm>
              <a:off x="6732275" y="3079126"/>
              <a:ext cx="373973" cy="201817"/>
            </a:xfrm>
            <a:custGeom>
              <a:avLst/>
              <a:gdLst/>
              <a:ahLst/>
              <a:cxnLst/>
              <a:rect l="l" t="t" r="r" b="b"/>
              <a:pathLst>
                <a:path w="6569" h="3545" extrusionOk="0">
                  <a:moveTo>
                    <a:pt x="177" y="1"/>
                  </a:moveTo>
                  <a:cubicBezTo>
                    <a:pt x="75" y="1"/>
                    <a:pt x="1" y="84"/>
                    <a:pt x="1" y="186"/>
                  </a:cubicBezTo>
                  <a:lnTo>
                    <a:pt x="1" y="3368"/>
                  </a:lnTo>
                  <a:cubicBezTo>
                    <a:pt x="1" y="3461"/>
                    <a:pt x="75" y="3545"/>
                    <a:pt x="177" y="3545"/>
                  </a:cubicBezTo>
                  <a:lnTo>
                    <a:pt x="6383" y="3545"/>
                  </a:lnTo>
                  <a:cubicBezTo>
                    <a:pt x="6485" y="3545"/>
                    <a:pt x="6568" y="3461"/>
                    <a:pt x="6568" y="3368"/>
                  </a:cubicBezTo>
                  <a:lnTo>
                    <a:pt x="6568" y="186"/>
                  </a:lnTo>
                  <a:cubicBezTo>
                    <a:pt x="6568" y="84"/>
                    <a:pt x="6485" y="1"/>
                    <a:pt x="6383" y="1"/>
                  </a:cubicBezTo>
                  <a:close/>
                </a:path>
              </a:pathLst>
            </a:custGeom>
            <a:solidFill>
              <a:srgbClr val="9487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44" name="Google Shape;644;p20"/>
            <p:cNvSpPr/>
            <p:nvPr/>
          </p:nvSpPr>
          <p:spPr>
            <a:xfrm>
              <a:off x="6732275" y="3083908"/>
              <a:ext cx="373973" cy="201817"/>
            </a:xfrm>
            <a:custGeom>
              <a:avLst/>
              <a:gdLst/>
              <a:ahLst/>
              <a:cxnLst/>
              <a:rect l="l" t="t" r="r" b="b"/>
              <a:pathLst>
                <a:path w="6569" h="3545" extrusionOk="0">
                  <a:moveTo>
                    <a:pt x="177" y="0"/>
                  </a:moveTo>
                  <a:cubicBezTo>
                    <a:pt x="75" y="0"/>
                    <a:pt x="1" y="84"/>
                    <a:pt x="1" y="186"/>
                  </a:cubicBezTo>
                  <a:lnTo>
                    <a:pt x="1" y="3359"/>
                  </a:lnTo>
                  <a:cubicBezTo>
                    <a:pt x="1" y="3461"/>
                    <a:pt x="75" y="3544"/>
                    <a:pt x="177" y="3544"/>
                  </a:cubicBezTo>
                  <a:lnTo>
                    <a:pt x="6383" y="3544"/>
                  </a:lnTo>
                  <a:cubicBezTo>
                    <a:pt x="6485" y="3544"/>
                    <a:pt x="6568" y="3461"/>
                    <a:pt x="6568" y="3359"/>
                  </a:cubicBezTo>
                  <a:lnTo>
                    <a:pt x="6568" y="186"/>
                  </a:lnTo>
                  <a:cubicBezTo>
                    <a:pt x="6568" y="84"/>
                    <a:pt x="6485" y="0"/>
                    <a:pt x="638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45" name="Google Shape;645;p20"/>
            <p:cNvSpPr/>
            <p:nvPr/>
          </p:nvSpPr>
          <p:spPr>
            <a:xfrm>
              <a:off x="6728575" y="3080720"/>
              <a:ext cx="380862" cy="208136"/>
            </a:xfrm>
            <a:custGeom>
              <a:avLst/>
              <a:gdLst/>
              <a:ahLst/>
              <a:cxnLst/>
              <a:rect l="l" t="t" r="r" b="b"/>
              <a:pathLst>
                <a:path w="6690" h="3656" extrusionOk="0">
                  <a:moveTo>
                    <a:pt x="242" y="112"/>
                  </a:moveTo>
                  <a:lnTo>
                    <a:pt x="242" y="121"/>
                  </a:lnTo>
                  <a:lnTo>
                    <a:pt x="6448" y="121"/>
                  </a:lnTo>
                  <a:cubicBezTo>
                    <a:pt x="6522" y="121"/>
                    <a:pt x="6578" y="177"/>
                    <a:pt x="6578" y="242"/>
                  </a:cubicBezTo>
                  <a:lnTo>
                    <a:pt x="6578" y="3415"/>
                  </a:lnTo>
                  <a:cubicBezTo>
                    <a:pt x="6578" y="3489"/>
                    <a:pt x="6522" y="3544"/>
                    <a:pt x="6448" y="3544"/>
                  </a:cubicBezTo>
                  <a:lnTo>
                    <a:pt x="242" y="3544"/>
                  </a:lnTo>
                  <a:cubicBezTo>
                    <a:pt x="177" y="3544"/>
                    <a:pt x="121" y="3489"/>
                    <a:pt x="121" y="3415"/>
                  </a:cubicBezTo>
                  <a:lnTo>
                    <a:pt x="121" y="242"/>
                  </a:lnTo>
                  <a:cubicBezTo>
                    <a:pt x="121" y="177"/>
                    <a:pt x="177" y="112"/>
                    <a:pt x="242" y="112"/>
                  </a:cubicBezTo>
                  <a:close/>
                  <a:moveTo>
                    <a:pt x="242" y="1"/>
                  </a:moveTo>
                  <a:cubicBezTo>
                    <a:pt x="112" y="1"/>
                    <a:pt x="1" y="112"/>
                    <a:pt x="1" y="242"/>
                  </a:cubicBezTo>
                  <a:lnTo>
                    <a:pt x="1" y="3415"/>
                  </a:lnTo>
                  <a:cubicBezTo>
                    <a:pt x="1" y="3554"/>
                    <a:pt x="112" y="3656"/>
                    <a:pt x="242" y="3656"/>
                  </a:cubicBezTo>
                  <a:lnTo>
                    <a:pt x="6448" y="3656"/>
                  </a:lnTo>
                  <a:cubicBezTo>
                    <a:pt x="6587" y="3656"/>
                    <a:pt x="6689" y="3554"/>
                    <a:pt x="6689" y="3415"/>
                  </a:cubicBezTo>
                  <a:lnTo>
                    <a:pt x="6689" y="242"/>
                  </a:lnTo>
                  <a:cubicBezTo>
                    <a:pt x="6689" y="112"/>
                    <a:pt x="6587" y="1"/>
                    <a:pt x="644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46" name="Google Shape;646;p20"/>
            <p:cNvSpPr/>
            <p:nvPr/>
          </p:nvSpPr>
          <p:spPr>
            <a:xfrm>
              <a:off x="6793531" y="3145164"/>
              <a:ext cx="125246" cy="6376"/>
            </a:xfrm>
            <a:custGeom>
              <a:avLst/>
              <a:gdLst/>
              <a:ahLst/>
              <a:cxnLst/>
              <a:rect l="l" t="t" r="r" b="b"/>
              <a:pathLst>
                <a:path w="2200" h="112" extrusionOk="0">
                  <a:moveTo>
                    <a:pt x="66" y="0"/>
                  </a:moveTo>
                  <a:cubicBezTo>
                    <a:pt x="29" y="0"/>
                    <a:pt x="1" y="19"/>
                    <a:pt x="1" y="56"/>
                  </a:cubicBezTo>
                  <a:cubicBezTo>
                    <a:pt x="1" y="84"/>
                    <a:pt x="29" y="112"/>
                    <a:pt x="66" y="112"/>
                  </a:cubicBezTo>
                  <a:lnTo>
                    <a:pt x="2144" y="112"/>
                  </a:lnTo>
                  <a:cubicBezTo>
                    <a:pt x="2171" y="112"/>
                    <a:pt x="2199" y="84"/>
                    <a:pt x="2199" y="56"/>
                  </a:cubicBezTo>
                  <a:cubicBezTo>
                    <a:pt x="2199" y="19"/>
                    <a:pt x="2171" y="0"/>
                    <a:pt x="214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47" name="Google Shape;647;p20"/>
            <p:cNvSpPr/>
            <p:nvPr/>
          </p:nvSpPr>
          <p:spPr>
            <a:xfrm>
              <a:off x="6942971" y="3145164"/>
              <a:ext cx="112038" cy="6376"/>
            </a:xfrm>
            <a:custGeom>
              <a:avLst/>
              <a:gdLst/>
              <a:ahLst/>
              <a:cxnLst/>
              <a:rect l="l" t="t" r="r" b="b"/>
              <a:pathLst>
                <a:path w="1968" h="112" extrusionOk="0">
                  <a:moveTo>
                    <a:pt x="57" y="0"/>
                  </a:moveTo>
                  <a:cubicBezTo>
                    <a:pt x="29" y="0"/>
                    <a:pt x="1" y="19"/>
                    <a:pt x="1" y="56"/>
                  </a:cubicBezTo>
                  <a:cubicBezTo>
                    <a:pt x="1" y="84"/>
                    <a:pt x="29" y="112"/>
                    <a:pt x="57" y="112"/>
                  </a:cubicBezTo>
                  <a:lnTo>
                    <a:pt x="1912" y="112"/>
                  </a:lnTo>
                  <a:cubicBezTo>
                    <a:pt x="1940" y="112"/>
                    <a:pt x="1968" y="84"/>
                    <a:pt x="1968" y="56"/>
                  </a:cubicBezTo>
                  <a:cubicBezTo>
                    <a:pt x="1968" y="19"/>
                    <a:pt x="1940" y="0"/>
                    <a:pt x="191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48" name="Google Shape;648;p20"/>
            <p:cNvSpPr/>
            <p:nvPr/>
          </p:nvSpPr>
          <p:spPr>
            <a:xfrm>
              <a:off x="6793531" y="3208526"/>
              <a:ext cx="112551" cy="6945"/>
            </a:xfrm>
            <a:custGeom>
              <a:avLst/>
              <a:gdLst/>
              <a:ahLst/>
              <a:cxnLst/>
              <a:rect l="l" t="t" r="r" b="b"/>
              <a:pathLst>
                <a:path w="1977" h="122" extrusionOk="0">
                  <a:moveTo>
                    <a:pt x="66" y="1"/>
                  </a:moveTo>
                  <a:cubicBezTo>
                    <a:pt x="29" y="1"/>
                    <a:pt x="1" y="29"/>
                    <a:pt x="1" y="66"/>
                  </a:cubicBezTo>
                  <a:cubicBezTo>
                    <a:pt x="1" y="93"/>
                    <a:pt x="29" y="121"/>
                    <a:pt x="66" y="121"/>
                  </a:cubicBezTo>
                  <a:lnTo>
                    <a:pt x="1912" y="121"/>
                  </a:lnTo>
                  <a:cubicBezTo>
                    <a:pt x="1949" y="121"/>
                    <a:pt x="1977" y="93"/>
                    <a:pt x="1977" y="66"/>
                  </a:cubicBezTo>
                  <a:cubicBezTo>
                    <a:pt x="1977" y="29"/>
                    <a:pt x="1949" y="1"/>
                    <a:pt x="191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49" name="Google Shape;649;p20"/>
            <p:cNvSpPr/>
            <p:nvPr/>
          </p:nvSpPr>
          <p:spPr>
            <a:xfrm>
              <a:off x="6893328" y="3175280"/>
              <a:ext cx="112551" cy="6376"/>
            </a:xfrm>
            <a:custGeom>
              <a:avLst/>
              <a:gdLst/>
              <a:ahLst/>
              <a:cxnLst/>
              <a:rect l="l" t="t" r="r" b="b"/>
              <a:pathLst>
                <a:path w="1977" h="112" extrusionOk="0">
                  <a:moveTo>
                    <a:pt x="66" y="0"/>
                  </a:moveTo>
                  <a:cubicBezTo>
                    <a:pt x="29" y="0"/>
                    <a:pt x="1" y="19"/>
                    <a:pt x="1" y="56"/>
                  </a:cubicBezTo>
                  <a:cubicBezTo>
                    <a:pt x="1" y="84"/>
                    <a:pt x="29" y="112"/>
                    <a:pt x="66" y="112"/>
                  </a:cubicBezTo>
                  <a:lnTo>
                    <a:pt x="1912" y="112"/>
                  </a:lnTo>
                  <a:cubicBezTo>
                    <a:pt x="1949" y="112"/>
                    <a:pt x="1977" y="84"/>
                    <a:pt x="1977" y="56"/>
                  </a:cubicBezTo>
                  <a:cubicBezTo>
                    <a:pt x="1977" y="19"/>
                    <a:pt x="1949" y="0"/>
                    <a:pt x="191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50" name="Google Shape;650;p20"/>
            <p:cNvSpPr/>
            <p:nvPr/>
          </p:nvSpPr>
          <p:spPr>
            <a:xfrm>
              <a:off x="6793531" y="3175280"/>
              <a:ext cx="76115" cy="6376"/>
            </a:xfrm>
            <a:custGeom>
              <a:avLst/>
              <a:gdLst/>
              <a:ahLst/>
              <a:cxnLst/>
              <a:rect l="l" t="t" r="r" b="b"/>
              <a:pathLst>
                <a:path w="1337" h="112" extrusionOk="0">
                  <a:moveTo>
                    <a:pt x="66" y="0"/>
                  </a:moveTo>
                  <a:cubicBezTo>
                    <a:pt x="29" y="0"/>
                    <a:pt x="1" y="19"/>
                    <a:pt x="1" y="56"/>
                  </a:cubicBezTo>
                  <a:cubicBezTo>
                    <a:pt x="1" y="84"/>
                    <a:pt x="29" y="112"/>
                    <a:pt x="66" y="112"/>
                  </a:cubicBezTo>
                  <a:lnTo>
                    <a:pt x="1281" y="112"/>
                  </a:lnTo>
                  <a:cubicBezTo>
                    <a:pt x="1309" y="112"/>
                    <a:pt x="1337" y="84"/>
                    <a:pt x="1337" y="56"/>
                  </a:cubicBezTo>
                  <a:cubicBezTo>
                    <a:pt x="1337" y="19"/>
                    <a:pt x="1309" y="0"/>
                    <a:pt x="128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51" name="Google Shape;651;p20"/>
            <p:cNvSpPr/>
            <p:nvPr/>
          </p:nvSpPr>
          <p:spPr>
            <a:xfrm>
              <a:off x="6931926" y="3208526"/>
              <a:ext cx="49131" cy="6945"/>
            </a:xfrm>
            <a:custGeom>
              <a:avLst/>
              <a:gdLst/>
              <a:ahLst/>
              <a:cxnLst/>
              <a:rect l="l" t="t" r="r" b="b"/>
              <a:pathLst>
                <a:path w="863" h="122" extrusionOk="0">
                  <a:moveTo>
                    <a:pt x="56" y="1"/>
                  </a:moveTo>
                  <a:cubicBezTo>
                    <a:pt x="19" y="1"/>
                    <a:pt x="0" y="29"/>
                    <a:pt x="0" y="66"/>
                  </a:cubicBezTo>
                  <a:cubicBezTo>
                    <a:pt x="0" y="93"/>
                    <a:pt x="19" y="121"/>
                    <a:pt x="56" y="121"/>
                  </a:cubicBezTo>
                  <a:lnTo>
                    <a:pt x="798" y="121"/>
                  </a:lnTo>
                  <a:cubicBezTo>
                    <a:pt x="835" y="121"/>
                    <a:pt x="863" y="93"/>
                    <a:pt x="863" y="66"/>
                  </a:cubicBezTo>
                  <a:cubicBezTo>
                    <a:pt x="863" y="29"/>
                    <a:pt x="835" y="1"/>
                    <a:pt x="79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52" name="Google Shape;652;p20"/>
            <p:cNvSpPr/>
            <p:nvPr/>
          </p:nvSpPr>
          <p:spPr>
            <a:xfrm>
              <a:off x="6732275" y="2787650"/>
              <a:ext cx="373973" cy="250378"/>
            </a:xfrm>
            <a:custGeom>
              <a:avLst/>
              <a:gdLst/>
              <a:ahLst/>
              <a:cxnLst/>
              <a:rect l="l" t="t" r="r" b="b"/>
              <a:pathLst>
                <a:path w="6569" h="4398" extrusionOk="0">
                  <a:moveTo>
                    <a:pt x="177" y="0"/>
                  </a:moveTo>
                  <a:cubicBezTo>
                    <a:pt x="75" y="0"/>
                    <a:pt x="1" y="84"/>
                    <a:pt x="1" y="176"/>
                  </a:cubicBezTo>
                  <a:lnTo>
                    <a:pt x="1" y="4212"/>
                  </a:lnTo>
                  <a:cubicBezTo>
                    <a:pt x="1" y="4314"/>
                    <a:pt x="75" y="4397"/>
                    <a:pt x="177" y="4397"/>
                  </a:cubicBezTo>
                  <a:lnTo>
                    <a:pt x="6383" y="4397"/>
                  </a:lnTo>
                  <a:cubicBezTo>
                    <a:pt x="6485" y="4397"/>
                    <a:pt x="6568" y="4314"/>
                    <a:pt x="6568" y="4212"/>
                  </a:cubicBezTo>
                  <a:lnTo>
                    <a:pt x="6568" y="176"/>
                  </a:lnTo>
                  <a:cubicBezTo>
                    <a:pt x="6568" y="74"/>
                    <a:pt x="6485" y="0"/>
                    <a:pt x="638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53" name="Google Shape;653;p20"/>
            <p:cNvSpPr/>
            <p:nvPr/>
          </p:nvSpPr>
          <p:spPr>
            <a:xfrm>
              <a:off x="6728575" y="2783949"/>
              <a:ext cx="380862" cy="257210"/>
            </a:xfrm>
            <a:custGeom>
              <a:avLst/>
              <a:gdLst/>
              <a:ahLst/>
              <a:cxnLst/>
              <a:rect l="l" t="t" r="r" b="b"/>
              <a:pathLst>
                <a:path w="6690" h="4518" extrusionOk="0">
                  <a:moveTo>
                    <a:pt x="6448" y="121"/>
                  </a:moveTo>
                  <a:cubicBezTo>
                    <a:pt x="6522" y="121"/>
                    <a:pt x="6578" y="177"/>
                    <a:pt x="6578" y="241"/>
                  </a:cubicBezTo>
                  <a:lnTo>
                    <a:pt x="6578" y="4277"/>
                  </a:lnTo>
                  <a:cubicBezTo>
                    <a:pt x="6578" y="4342"/>
                    <a:pt x="6522" y="4397"/>
                    <a:pt x="6448" y="4397"/>
                  </a:cubicBezTo>
                  <a:lnTo>
                    <a:pt x="242" y="4397"/>
                  </a:lnTo>
                  <a:cubicBezTo>
                    <a:pt x="177" y="4397"/>
                    <a:pt x="121" y="4342"/>
                    <a:pt x="121" y="4277"/>
                  </a:cubicBezTo>
                  <a:lnTo>
                    <a:pt x="121" y="241"/>
                  </a:lnTo>
                  <a:cubicBezTo>
                    <a:pt x="121" y="177"/>
                    <a:pt x="177" y="121"/>
                    <a:pt x="242" y="121"/>
                  </a:cubicBezTo>
                  <a:close/>
                  <a:moveTo>
                    <a:pt x="242" y="0"/>
                  </a:moveTo>
                  <a:cubicBezTo>
                    <a:pt x="112" y="0"/>
                    <a:pt x="1" y="112"/>
                    <a:pt x="1" y="241"/>
                  </a:cubicBezTo>
                  <a:lnTo>
                    <a:pt x="1" y="4277"/>
                  </a:lnTo>
                  <a:cubicBezTo>
                    <a:pt x="1" y="4407"/>
                    <a:pt x="112" y="4518"/>
                    <a:pt x="242" y="4518"/>
                  </a:cubicBezTo>
                  <a:lnTo>
                    <a:pt x="6448" y="4518"/>
                  </a:lnTo>
                  <a:cubicBezTo>
                    <a:pt x="6587" y="4518"/>
                    <a:pt x="6689" y="4407"/>
                    <a:pt x="6689" y="4277"/>
                  </a:cubicBezTo>
                  <a:lnTo>
                    <a:pt x="6689" y="241"/>
                  </a:lnTo>
                  <a:cubicBezTo>
                    <a:pt x="6689" y="112"/>
                    <a:pt x="6587" y="0"/>
                    <a:pt x="644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54" name="Google Shape;654;p20"/>
            <p:cNvSpPr/>
            <p:nvPr/>
          </p:nvSpPr>
          <p:spPr>
            <a:xfrm>
              <a:off x="6997395" y="2799263"/>
              <a:ext cx="19584" cy="19584"/>
            </a:xfrm>
            <a:custGeom>
              <a:avLst/>
              <a:gdLst/>
              <a:ahLst/>
              <a:cxnLst/>
              <a:rect l="l" t="t" r="r" b="b"/>
              <a:pathLst>
                <a:path w="344" h="344" extrusionOk="0">
                  <a:moveTo>
                    <a:pt x="167" y="112"/>
                  </a:moveTo>
                  <a:cubicBezTo>
                    <a:pt x="205" y="112"/>
                    <a:pt x="223" y="139"/>
                    <a:pt x="223" y="167"/>
                  </a:cubicBezTo>
                  <a:cubicBezTo>
                    <a:pt x="223" y="195"/>
                    <a:pt x="205" y="223"/>
                    <a:pt x="167" y="223"/>
                  </a:cubicBezTo>
                  <a:cubicBezTo>
                    <a:pt x="140" y="223"/>
                    <a:pt x="112" y="195"/>
                    <a:pt x="112" y="167"/>
                  </a:cubicBezTo>
                  <a:cubicBezTo>
                    <a:pt x="112" y="139"/>
                    <a:pt x="140" y="112"/>
                    <a:pt x="167" y="112"/>
                  </a:cubicBezTo>
                  <a:close/>
                  <a:moveTo>
                    <a:pt x="167" y="0"/>
                  </a:moveTo>
                  <a:cubicBezTo>
                    <a:pt x="75" y="0"/>
                    <a:pt x="0" y="74"/>
                    <a:pt x="0" y="167"/>
                  </a:cubicBezTo>
                  <a:cubicBezTo>
                    <a:pt x="0" y="260"/>
                    <a:pt x="75" y="344"/>
                    <a:pt x="167" y="344"/>
                  </a:cubicBezTo>
                  <a:cubicBezTo>
                    <a:pt x="260" y="344"/>
                    <a:pt x="344" y="260"/>
                    <a:pt x="344" y="167"/>
                  </a:cubicBezTo>
                  <a:cubicBezTo>
                    <a:pt x="344" y="74"/>
                    <a:pt x="260" y="0"/>
                    <a:pt x="16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55" name="Google Shape;655;p20"/>
            <p:cNvSpPr/>
            <p:nvPr/>
          </p:nvSpPr>
          <p:spPr>
            <a:xfrm>
              <a:off x="7035424" y="2799263"/>
              <a:ext cx="19584" cy="19584"/>
            </a:xfrm>
            <a:custGeom>
              <a:avLst/>
              <a:gdLst/>
              <a:ahLst/>
              <a:cxnLst/>
              <a:rect l="l" t="t" r="r" b="b"/>
              <a:pathLst>
                <a:path w="344" h="344" extrusionOk="0">
                  <a:moveTo>
                    <a:pt x="167" y="112"/>
                  </a:moveTo>
                  <a:cubicBezTo>
                    <a:pt x="205" y="112"/>
                    <a:pt x="223" y="139"/>
                    <a:pt x="223" y="167"/>
                  </a:cubicBezTo>
                  <a:cubicBezTo>
                    <a:pt x="223" y="195"/>
                    <a:pt x="205" y="223"/>
                    <a:pt x="167" y="223"/>
                  </a:cubicBezTo>
                  <a:cubicBezTo>
                    <a:pt x="140" y="223"/>
                    <a:pt x="121" y="195"/>
                    <a:pt x="121" y="167"/>
                  </a:cubicBezTo>
                  <a:cubicBezTo>
                    <a:pt x="121" y="139"/>
                    <a:pt x="140" y="112"/>
                    <a:pt x="167" y="112"/>
                  </a:cubicBezTo>
                  <a:close/>
                  <a:moveTo>
                    <a:pt x="167" y="0"/>
                  </a:moveTo>
                  <a:cubicBezTo>
                    <a:pt x="75" y="0"/>
                    <a:pt x="0" y="74"/>
                    <a:pt x="0" y="167"/>
                  </a:cubicBezTo>
                  <a:cubicBezTo>
                    <a:pt x="0" y="260"/>
                    <a:pt x="75" y="344"/>
                    <a:pt x="167" y="344"/>
                  </a:cubicBezTo>
                  <a:cubicBezTo>
                    <a:pt x="269" y="344"/>
                    <a:pt x="344" y="260"/>
                    <a:pt x="344" y="167"/>
                  </a:cubicBezTo>
                  <a:cubicBezTo>
                    <a:pt x="344" y="74"/>
                    <a:pt x="269" y="0"/>
                    <a:pt x="16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56" name="Google Shape;656;p20"/>
            <p:cNvSpPr/>
            <p:nvPr/>
          </p:nvSpPr>
          <p:spPr>
            <a:xfrm>
              <a:off x="7073452" y="2799263"/>
              <a:ext cx="19584" cy="19584"/>
            </a:xfrm>
            <a:custGeom>
              <a:avLst/>
              <a:gdLst/>
              <a:ahLst/>
              <a:cxnLst/>
              <a:rect l="l" t="t" r="r" b="b"/>
              <a:pathLst>
                <a:path w="344" h="344" extrusionOk="0">
                  <a:moveTo>
                    <a:pt x="177" y="112"/>
                  </a:moveTo>
                  <a:cubicBezTo>
                    <a:pt x="204" y="112"/>
                    <a:pt x="232" y="139"/>
                    <a:pt x="232" y="167"/>
                  </a:cubicBezTo>
                  <a:cubicBezTo>
                    <a:pt x="232" y="195"/>
                    <a:pt x="204" y="223"/>
                    <a:pt x="177" y="223"/>
                  </a:cubicBezTo>
                  <a:cubicBezTo>
                    <a:pt x="149" y="223"/>
                    <a:pt x="121" y="195"/>
                    <a:pt x="121" y="167"/>
                  </a:cubicBezTo>
                  <a:cubicBezTo>
                    <a:pt x="121" y="139"/>
                    <a:pt x="149" y="112"/>
                    <a:pt x="177" y="112"/>
                  </a:cubicBezTo>
                  <a:close/>
                  <a:moveTo>
                    <a:pt x="177" y="0"/>
                  </a:moveTo>
                  <a:cubicBezTo>
                    <a:pt x="84" y="0"/>
                    <a:pt x="0" y="74"/>
                    <a:pt x="0" y="167"/>
                  </a:cubicBezTo>
                  <a:cubicBezTo>
                    <a:pt x="0" y="260"/>
                    <a:pt x="84" y="344"/>
                    <a:pt x="177" y="344"/>
                  </a:cubicBezTo>
                  <a:cubicBezTo>
                    <a:pt x="269" y="344"/>
                    <a:pt x="344" y="260"/>
                    <a:pt x="344" y="167"/>
                  </a:cubicBezTo>
                  <a:cubicBezTo>
                    <a:pt x="344" y="74"/>
                    <a:pt x="269" y="0"/>
                    <a:pt x="17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57" name="Google Shape;657;p20"/>
            <p:cNvSpPr/>
            <p:nvPr/>
          </p:nvSpPr>
          <p:spPr>
            <a:xfrm>
              <a:off x="6833154" y="2829891"/>
              <a:ext cx="173295" cy="173295"/>
            </a:xfrm>
            <a:custGeom>
              <a:avLst/>
              <a:gdLst/>
              <a:ahLst/>
              <a:cxnLst/>
              <a:rect l="l" t="t" r="r" b="b"/>
              <a:pathLst>
                <a:path w="3044" h="3044" extrusionOk="0">
                  <a:moveTo>
                    <a:pt x="1522" y="0"/>
                  </a:moveTo>
                  <a:cubicBezTo>
                    <a:pt x="678" y="0"/>
                    <a:pt x="0" y="687"/>
                    <a:pt x="0" y="1522"/>
                  </a:cubicBezTo>
                  <a:cubicBezTo>
                    <a:pt x="0" y="2366"/>
                    <a:pt x="678" y="3043"/>
                    <a:pt x="1522" y="3043"/>
                  </a:cubicBezTo>
                  <a:cubicBezTo>
                    <a:pt x="2357" y="3043"/>
                    <a:pt x="3043" y="2366"/>
                    <a:pt x="3043" y="1522"/>
                  </a:cubicBezTo>
                  <a:cubicBezTo>
                    <a:pt x="3043" y="687"/>
                    <a:pt x="2357" y="0"/>
                    <a:pt x="152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58" name="Google Shape;658;p20"/>
            <p:cNvSpPr/>
            <p:nvPr/>
          </p:nvSpPr>
          <p:spPr>
            <a:xfrm>
              <a:off x="6829966" y="2826703"/>
              <a:ext cx="179614" cy="180127"/>
            </a:xfrm>
            <a:custGeom>
              <a:avLst/>
              <a:gdLst/>
              <a:ahLst/>
              <a:cxnLst/>
              <a:rect l="l" t="t" r="r" b="b"/>
              <a:pathLst>
                <a:path w="3155" h="3164" extrusionOk="0">
                  <a:moveTo>
                    <a:pt x="1578" y="112"/>
                  </a:moveTo>
                  <a:cubicBezTo>
                    <a:pt x="2385" y="112"/>
                    <a:pt x="3044" y="771"/>
                    <a:pt x="3044" y="1578"/>
                  </a:cubicBezTo>
                  <a:cubicBezTo>
                    <a:pt x="3044" y="2385"/>
                    <a:pt x="2385" y="3043"/>
                    <a:pt x="1578" y="3043"/>
                  </a:cubicBezTo>
                  <a:cubicBezTo>
                    <a:pt x="771" y="3043"/>
                    <a:pt x="112" y="2385"/>
                    <a:pt x="112" y="1578"/>
                  </a:cubicBezTo>
                  <a:cubicBezTo>
                    <a:pt x="112" y="771"/>
                    <a:pt x="771" y="112"/>
                    <a:pt x="1578" y="112"/>
                  </a:cubicBezTo>
                  <a:close/>
                  <a:moveTo>
                    <a:pt x="1578" y="1"/>
                  </a:moveTo>
                  <a:cubicBezTo>
                    <a:pt x="706" y="1"/>
                    <a:pt x="1" y="706"/>
                    <a:pt x="1" y="1578"/>
                  </a:cubicBezTo>
                  <a:cubicBezTo>
                    <a:pt x="1" y="2450"/>
                    <a:pt x="706" y="3164"/>
                    <a:pt x="1578" y="3164"/>
                  </a:cubicBezTo>
                  <a:cubicBezTo>
                    <a:pt x="2450" y="3164"/>
                    <a:pt x="3155" y="2450"/>
                    <a:pt x="3155" y="1578"/>
                  </a:cubicBezTo>
                  <a:cubicBezTo>
                    <a:pt x="3155" y="706"/>
                    <a:pt x="2450" y="1"/>
                    <a:pt x="15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59" name="Google Shape;659;p20"/>
            <p:cNvSpPr/>
            <p:nvPr/>
          </p:nvSpPr>
          <p:spPr>
            <a:xfrm>
              <a:off x="6851656" y="2848393"/>
              <a:ext cx="136290" cy="136290"/>
            </a:xfrm>
            <a:custGeom>
              <a:avLst/>
              <a:gdLst/>
              <a:ahLst/>
              <a:cxnLst/>
              <a:rect l="l" t="t" r="r" b="b"/>
              <a:pathLst>
                <a:path w="2394" h="2394" extrusionOk="0">
                  <a:moveTo>
                    <a:pt x="1197" y="0"/>
                  </a:moveTo>
                  <a:cubicBezTo>
                    <a:pt x="538" y="0"/>
                    <a:pt x="0" y="538"/>
                    <a:pt x="0" y="1197"/>
                  </a:cubicBezTo>
                  <a:cubicBezTo>
                    <a:pt x="0" y="1855"/>
                    <a:pt x="538" y="2393"/>
                    <a:pt x="1197" y="2393"/>
                  </a:cubicBezTo>
                  <a:cubicBezTo>
                    <a:pt x="1855" y="2393"/>
                    <a:pt x="2394" y="1855"/>
                    <a:pt x="2394" y="1197"/>
                  </a:cubicBezTo>
                  <a:cubicBezTo>
                    <a:pt x="2394" y="538"/>
                    <a:pt x="1855" y="0"/>
                    <a:pt x="11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60" name="Google Shape;660;p20"/>
            <p:cNvSpPr/>
            <p:nvPr/>
          </p:nvSpPr>
          <p:spPr>
            <a:xfrm>
              <a:off x="6848468" y="2845205"/>
              <a:ext cx="142667" cy="142667"/>
            </a:xfrm>
            <a:custGeom>
              <a:avLst/>
              <a:gdLst/>
              <a:ahLst/>
              <a:cxnLst/>
              <a:rect l="l" t="t" r="r" b="b"/>
              <a:pathLst>
                <a:path w="2506" h="2506" extrusionOk="0">
                  <a:moveTo>
                    <a:pt x="1253" y="121"/>
                  </a:moveTo>
                  <a:cubicBezTo>
                    <a:pt x="1874" y="121"/>
                    <a:pt x="2385" y="631"/>
                    <a:pt x="2385" y="1253"/>
                  </a:cubicBezTo>
                  <a:cubicBezTo>
                    <a:pt x="2385" y="1884"/>
                    <a:pt x="1874" y="2394"/>
                    <a:pt x="1253" y="2394"/>
                  </a:cubicBezTo>
                  <a:cubicBezTo>
                    <a:pt x="622" y="2394"/>
                    <a:pt x="112" y="1884"/>
                    <a:pt x="112" y="1253"/>
                  </a:cubicBezTo>
                  <a:cubicBezTo>
                    <a:pt x="112" y="631"/>
                    <a:pt x="622" y="121"/>
                    <a:pt x="1253" y="121"/>
                  </a:cubicBezTo>
                  <a:close/>
                  <a:moveTo>
                    <a:pt x="1253" y="0"/>
                  </a:moveTo>
                  <a:cubicBezTo>
                    <a:pt x="557" y="0"/>
                    <a:pt x="0" y="566"/>
                    <a:pt x="0" y="1253"/>
                  </a:cubicBezTo>
                  <a:cubicBezTo>
                    <a:pt x="0" y="1948"/>
                    <a:pt x="557" y="2505"/>
                    <a:pt x="1253" y="2505"/>
                  </a:cubicBezTo>
                  <a:cubicBezTo>
                    <a:pt x="1939" y="2505"/>
                    <a:pt x="2505" y="1948"/>
                    <a:pt x="2505" y="1253"/>
                  </a:cubicBezTo>
                  <a:cubicBezTo>
                    <a:pt x="2505" y="566"/>
                    <a:pt x="1939" y="0"/>
                    <a:pt x="125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61" name="Google Shape;661;p20"/>
            <p:cNvSpPr/>
            <p:nvPr/>
          </p:nvSpPr>
          <p:spPr>
            <a:xfrm>
              <a:off x="6915018" y="2877939"/>
              <a:ext cx="38599" cy="43381"/>
            </a:xfrm>
            <a:custGeom>
              <a:avLst/>
              <a:gdLst/>
              <a:ahLst/>
              <a:cxnLst/>
              <a:rect l="l" t="t" r="r" b="b"/>
              <a:pathLst>
                <a:path w="678" h="762" extrusionOk="0">
                  <a:moveTo>
                    <a:pt x="84" y="1"/>
                  </a:moveTo>
                  <a:cubicBezTo>
                    <a:pt x="37" y="1"/>
                    <a:pt x="0" y="38"/>
                    <a:pt x="0" y="75"/>
                  </a:cubicBezTo>
                  <a:lnTo>
                    <a:pt x="0" y="761"/>
                  </a:lnTo>
                  <a:lnTo>
                    <a:pt x="603" y="761"/>
                  </a:lnTo>
                  <a:cubicBezTo>
                    <a:pt x="640" y="761"/>
                    <a:pt x="678" y="724"/>
                    <a:pt x="678" y="678"/>
                  </a:cubicBezTo>
                  <a:cubicBezTo>
                    <a:pt x="678" y="631"/>
                    <a:pt x="640" y="603"/>
                    <a:pt x="603" y="603"/>
                  </a:cubicBezTo>
                  <a:lnTo>
                    <a:pt x="167" y="603"/>
                  </a:lnTo>
                  <a:lnTo>
                    <a:pt x="167" y="75"/>
                  </a:lnTo>
                  <a:cubicBezTo>
                    <a:pt x="167" y="38"/>
                    <a:pt x="130" y="1"/>
                    <a:pt x="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62" name="Google Shape;662;p20"/>
            <p:cNvSpPr/>
            <p:nvPr/>
          </p:nvSpPr>
          <p:spPr>
            <a:xfrm>
              <a:off x="6909724" y="2906973"/>
              <a:ext cx="20666" cy="20666"/>
            </a:xfrm>
            <a:custGeom>
              <a:avLst/>
              <a:gdLst/>
              <a:ahLst/>
              <a:cxnLst/>
              <a:rect l="l" t="t" r="r" b="b"/>
              <a:pathLst>
                <a:path w="363" h="363" extrusionOk="0">
                  <a:moveTo>
                    <a:pt x="177" y="1"/>
                  </a:moveTo>
                  <a:cubicBezTo>
                    <a:pt x="84" y="1"/>
                    <a:pt x="1" y="84"/>
                    <a:pt x="1" y="186"/>
                  </a:cubicBezTo>
                  <a:cubicBezTo>
                    <a:pt x="1" y="288"/>
                    <a:pt x="84" y="363"/>
                    <a:pt x="177" y="363"/>
                  </a:cubicBezTo>
                  <a:cubicBezTo>
                    <a:pt x="279" y="363"/>
                    <a:pt x="362" y="288"/>
                    <a:pt x="362" y="186"/>
                  </a:cubicBezTo>
                  <a:cubicBezTo>
                    <a:pt x="362" y="84"/>
                    <a:pt x="279" y="1"/>
                    <a:pt x="177" y="1"/>
                  </a:cubicBezTo>
                  <a:close/>
                </a:path>
              </a:pathLst>
            </a:custGeom>
            <a:solidFill>
              <a:srgbClr val="2AAF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63" name="Google Shape;663;p20"/>
            <p:cNvSpPr/>
            <p:nvPr/>
          </p:nvSpPr>
          <p:spPr>
            <a:xfrm>
              <a:off x="6906536" y="2903842"/>
              <a:ext cx="26985" cy="26985"/>
            </a:xfrm>
            <a:custGeom>
              <a:avLst/>
              <a:gdLst/>
              <a:ahLst/>
              <a:cxnLst/>
              <a:rect l="l" t="t" r="r" b="b"/>
              <a:pathLst>
                <a:path w="474" h="474" extrusionOk="0">
                  <a:moveTo>
                    <a:pt x="233" y="111"/>
                  </a:moveTo>
                  <a:cubicBezTo>
                    <a:pt x="307" y="111"/>
                    <a:pt x="363" y="167"/>
                    <a:pt x="363" y="241"/>
                  </a:cubicBezTo>
                  <a:cubicBezTo>
                    <a:pt x="363" y="306"/>
                    <a:pt x="307" y="362"/>
                    <a:pt x="233" y="362"/>
                  </a:cubicBezTo>
                  <a:cubicBezTo>
                    <a:pt x="168" y="362"/>
                    <a:pt x="112" y="306"/>
                    <a:pt x="112" y="241"/>
                  </a:cubicBezTo>
                  <a:cubicBezTo>
                    <a:pt x="112" y="167"/>
                    <a:pt x="168" y="111"/>
                    <a:pt x="233" y="111"/>
                  </a:cubicBezTo>
                  <a:close/>
                  <a:moveTo>
                    <a:pt x="233" y="0"/>
                  </a:moveTo>
                  <a:cubicBezTo>
                    <a:pt x="103" y="0"/>
                    <a:pt x="1" y="102"/>
                    <a:pt x="1" y="232"/>
                  </a:cubicBezTo>
                  <a:cubicBezTo>
                    <a:pt x="1" y="371"/>
                    <a:pt x="103" y="473"/>
                    <a:pt x="233" y="473"/>
                  </a:cubicBezTo>
                  <a:cubicBezTo>
                    <a:pt x="372" y="473"/>
                    <a:pt x="474" y="371"/>
                    <a:pt x="474" y="232"/>
                  </a:cubicBezTo>
                  <a:cubicBezTo>
                    <a:pt x="474" y="102"/>
                    <a:pt x="372" y="0"/>
                    <a:pt x="2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64" name="Google Shape;664;p20"/>
            <p:cNvSpPr/>
            <p:nvPr/>
          </p:nvSpPr>
          <p:spPr>
            <a:xfrm>
              <a:off x="6131273" y="2776548"/>
              <a:ext cx="556206" cy="494892"/>
            </a:xfrm>
            <a:custGeom>
              <a:avLst/>
              <a:gdLst/>
              <a:ahLst/>
              <a:cxnLst/>
              <a:rect l="l" t="t" r="r" b="b"/>
              <a:pathLst>
                <a:path w="9770" h="8693" extrusionOk="0">
                  <a:moveTo>
                    <a:pt x="771" y="0"/>
                  </a:moveTo>
                  <a:cubicBezTo>
                    <a:pt x="344" y="0"/>
                    <a:pt x="1" y="353"/>
                    <a:pt x="1" y="780"/>
                  </a:cubicBezTo>
                  <a:lnTo>
                    <a:pt x="1" y="7923"/>
                  </a:lnTo>
                  <a:cubicBezTo>
                    <a:pt x="1" y="8349"/>
                    <a:pt x="344" y="8693"/>
                    <a:pt x="771" y="8693"/>
                  </a:cubicBezTo>
                  <a:lnTo>
                    <a:pt x="8999" y="8693"/>
                  </a:lnTo>
                  <a:cubicBezTo>
                    <a:pt x="9426" y="8693"/>
                    <a:pt x="9769" y="8349"/>
                    <a:pt x="9769" y="7923"/>
                  </a:cubicBezTo>
                  <a:lnTo>
                    <a:pt x="9769" y="780"/>
                  </a:lnTo>
                  <a:cubicBezTo>
                    <a:pt x="9769" y="353"/>
                    <a:pt x="9426" y="0"/>
                    <a:pt x="899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65" name="Google Shape;665;p20"/>
            <p:cNvSpPr/>
            <p:nvPr/>
          </p:nvSpPr>
          <p:spPr>
            <a:xfrm>
              <a:off x="6127572" y="2773360"/>
              <a:ext cx="563550" cy="501269"/>
            </a:xfrm>
            <a:custGeom>
              <a:avLst/>
              <a:gdLst/>
              <a:ahLst/>
              <a:cxnLst/>
              <a:rect l="l" t="t" r="r" b="b"/>
              <a:pathLst>
                <a:path w="9899" h="8805" extrusionOk="0">
                  <a:moveTo>
                    <a:pt x="9064" y="121"/>
                  </a:moveTo>
                  <a:cubicBezTo>
                    <a:pt x="9454" y="121"/>
                    <a:pt x="9778" y="437"/>
                    <a:pt x="9778" y="836"/>
                  </a:cubicBezTo>
                  <a:lnTo>
                    <a:pt x="9778" y="7979"/>
                  </a:lnTo>
                  <a:cubicBezTo>
                    <a:pt x="9778" y="8368"/>
                    <a:pt x="9454" y="8693"/>
                    <a:pt x="9064" y="8693"/>
                  </a:cubicBezTo>
                  <a:lnTo>
                    <a:pt x="836" y="8693"/>
                  </a:lnTo>
                  <a:cubicBezTo>
                    <a:pt x="446" y="8693"/>
                    <a:pt x="121" y="8368"/>
                    <a:pt x="121" y="7979"/>
                  </a:cubicBezTo>
                  <a:lnTo>
                    <a:pt x="121" y="836"/>
                  </a:lnTo>
                  <a:cubicBezTo>
                    <a:pt x="121" y="437"/>
                    <a:pt x="446" y="121"/>
                    <a:pt x="836" y="121"/>
                  </a:cubicBezTo>
                  <a:close/>
                  <a:moveTo>
                    <a:pt x="836" y="1"/>
                  </a:moveTo>
                  <a:cubicBezTo>
                    <a:pt x="381" y="1"/>
                    <a:pt x="1" y="372"/>
                    <a:pt x="1" y="836"/>
                  </a:cubicBezTo>
                  <a:lnTo>
                    <a:pt x="1" y="7979"/>
                  </a:lnTo>
                  <a:cubicBezTo>
                    <a:pt x="1" y="8433"/>
                    <a:pt x="381" y="8804"/>
                    <a:pt x="836" y="8804"/>
                  </a:cubicBezTo>
                  <a:lnTo>
                    <a:pt x="9064" y="8804"/>
                  </a:lnTo>
                  <a:cubicBezTo>
                    <a:pt x="9519" y="8804"/>
                    <a:pt x="9899" y="8433"/>
                    <a:pt x="9899" y="7979"/>
                  </a:cubicBezTo>
                  <a:lnTo>
                    <a:pt x="9899" y="836"/>
                  </a:lnTo>
                  <a:cubicBezTo>
                    <a:pt x="9899" y="372"/>
                    <a:pt x="9519" y="1"/>
                    <a:pt x="90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66" name="Google Shape;666;p20"/>
            <p:cNvSpPr/>
            <p:nvPr/>
          </p:nvSpPr>
          <p:spPr>
            <a:xfrm>
              <a:off x="6317204" y="2829094"/>
              <a:ext cx="183827" cy="167488"/>
            </a:xfrm>
            <a:custGeom>
              <a:avLst/>
              <a:gdLst/>
              <a:ahLst/>
              <a:cxnLst/>
              <a:rect l="l" t="t" r="r" b="b"/>
              <a:pathLst>
                <a:path w="3229" h="2942" extrusionOk="0">
                  <a:moveTo>
                    <a:pt x="1618" y="0"/>
                  </a:moveTo>
                  <a:cubicBezTo>
                    <a:pt x="1241" y="0"/>
                    <a:pt x="863" y="144"/>
                    <a:pt x="575" y="432"/>
                  </a:cubicBezTo>
                  <a:cubicBezTo>
                    <a:pt x="0" y="1007"/>
                    <a:pt x="0" y="1935"/>
                    <a:pt x="575" y="2510"/>
                  </a:cubicBezTo>
                  <a:cubicBezTo>
                    <a:pt x="863" y="2797"/>
                    <a:pt x="1241" y="2941"/>
                    <a:pt x="1618" y="2941"/>
                  </a:cubicBezTo>
                  <a:cubicBezTo>
                    <a:pt x="1995" y="2941"/>
                    <a:pt x="2370" y="2797"/>
                    <a:pt x="2653" y="2510"/>
                  </a:cubicBezTo>
                  <a:cubicBezTo>
                    <a:pt x="3228" y="1935"/>
                    <a:pt x="3228" y="1007"/>
                    <a:pt x="2653" y="432"/>
                  </a:cubicBezTo>
                  <a:cubicBezTo>
                    <a:pt x="2370" y="144"/>
                    <a:pt x="1995" y="0"/>
                    <a:pt x="161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67" name="Google Shape;667;p20"/>
            <p:cNvSpPr/>
            <p:nvPr/>
          </p:nvSpPr>
          <p:spPr>
            <a:xfrm>
              <a:off x="6322441" y="2825678"/>
              <a:ext cx="173807" cy="174320"/>
            </a:xfrm>
            <a:custGeom>
              <a:avLst/>
              <a:gdLst/>
              <a:ahLst/>
              <a:cxnLst/>
              <a:rect l="l" t="t" r="r" b="b"/>
              <a:pathLst>
                <a:path w="3053" h="3062" extrusionOk="0">
                  <a:moveTo>
                    <a:pt x="1532" y="121"/>
                  </a:moveTo>
                  <a:cubicBezTo>
                    <a:pt x="2311" y="121"/>
                    <a:pt x="2942" y="752"/>
                    <a:pt x="2942" y="1531"/>
                  </a:cubicBezTo>
                  <a:cubicBezTo>
                    <a:pt x="2942" y="2310"/>
                    <a:pt x="2311" y="2941"/>
                    <a:pt x="1532" y="2941"/>
                  </a:cubicBezTo>
                  <a:cubicBezTo>
                    <a:pt x="752" y="2941"/>
                    <a:pt x="112" y="2310"/>
                    <a:pt x="112" y="1531"/>
                  </a:cubicBezTo>
                  <a:cubicBezTo>
                    <a:pt x="112" y="752"/>
                    <a:pt x="752" y="121"/>
                    <a:pt x="1532" y="121"/>
                  </a:cubicBezTo>
                  <a:close/>
                  <a:moveTo>
                    <a:pt x="1532" y="0"/>
                  </a:moveTo>
                  <a:cubicBezTo>
                    <a:pt x="687" y="0"/>
                    <a:pt x="1" y="687"/>
                    <a:pt x="1" y="1531"/>
                  </a:cubicBezTo>
                  <a:cubicBezTo>
                    <a:pt x="1" y="2375"/>
                    <a:pt x="687" y="3061"/>
                    <a:pt x="1532" y="3061"/>
                  </a:cubicBezTo>
                  <a:cubicBezTo>
                    <a:pt x="2366" y="3061"/>
                    <a:pt x="3053" y="2375"/>
                    <a:pt x="3053" y="1531"/>
                  </a:cubicBezTo>
                  <a:cubicBezTo>
                    <a:pt x="3053" y="687"/>
                    <a:pt x="2366" y="0"/>
                    <a:pt x="153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68" name="Google Shape;668;p20"/>
            <p:cNvSpPr/>
            <p:nvPr/>
          </p:nvSpPr>
          <p:spPr>
            <a:xfrm>
              <a:off x="6370547" y="2912780"/>
              <a:ext cx="76058" cy="38485"/>
            </a:xfrm>
            <a:custGeom>
              <a:avLst/>
              <a:gdLst/>
              <a:ahLst/>
              <a:cxnLst/>
              <a:rect l="l" t="t" r="r" b="b"/>
              <a:pathLst>
                <a:path w="1336" h="676" extrusionOk="0">
                  <a:moveTo>
                    <a:pt x="668" y="1"/>
                  </a:moveTo>
                  <a:cubicBezTo>
                    <a:pt x="297" y="1"/>
                    <a:pt x="0" y="307"/>
                    <a:pt x="0" y="669"/>
                  </a:cubicBezTo>
                  <a:cubicBezTo>
                    <a:pt x="0" y="673"/>
                    <a:pt x="334" y="676"/>
                    <a:pt x="668" y="676"/>
                  </a:cubicBezTo>
                  <a:cubicBezTo>
                    <a:pt x="1002" y="676"/>
                    <a:pt x="1336" y="673"/>
                    <a:pt x="1336" y="669"/>
                  </a:cubicBezTo>
                  <a:cubicBezTo>
                    <a:pt x="1336" y="307"/>
                    <a:pt x="1039" y="1"/>
                    <a:pt x="668" y="1"/>
                  </a:cubicBezTo>
                  <a:close/>
                </a:path>
              </a:pathLst>
            </a:custGeom>
            <a:solidFill>
              <a:srgbClr val="2AAF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69" name="Google Shape;669;p20"/>
            <p:cNvSpPr/>
            <p:nvPr/>
          </p:nvSpPr>
          <p:spPr>
            <a:xfrm>
              <a:off x="6366846" y="2909649"/>
              <a:ext cx="82947" cy="44918"/>
            </a:xfrm>
            <a:custGeom>
              <a:avLst/>
              <a:gdLst/>
              <a:ahLst/>
              <a:cxnLst/>
              <a:rect l="l" t="t" r="r" b="b"/>
              <a:pathLst>
                <a:path w="1457" h="789" extrusionOk="0">
                  <a:moveTo>
                    <a:pt x="733" y="121"/>
                  </a:moveTo>
                  <a:cubicBezTo>
                    <a:pt x="1048" y="121"/>
                    <a:pt x="1308" y="362"/>
                    <a:pt x="1336" y="668"/>
                  </a:cubicBezTo>
                  <a:lnTo>
                    <a:pt x="121" y="668"/>
                  </a:lnTo>
                  <a:cubicBezTo>
                    <a:pt x="149" y="362"/>
                    <a:pt x="418" y="121"/>
                    <a:pt x="733" y="121"/>
                  </a:cubicBezTo>
                  <a:close/>
                  <a:moveTo>
                    <a:pt x="733" y="0"/>
                  </a:moveTo>
                  <a:cubicBezTo>
                    <a:pt x="334" y="0"/>
                    <a:pt x="0" y="325"/>
                    <a:pt x="0" y="733"/>
                  </a:cubicBezTo>
                  <a:cubicBezTo>
                    <a:pt x="0" y="789"/>
                    <a:pt x="0" y="789"/>
                    <a:pt x="297" y="789"/>
                  </a:cubicBezTo>
                  <a:lnTo>
                    <a:pt x="807" y="789"/>
                  </a:lnTo>
                  <a:cubicBezTo>
                    <a:pt x="1457" y="789"/>
                    <a:pt x="1457" y="789"/>
                    <a:pt x="1457" y="733"/>
                  </a:cubicBezTo>
                  <a:cubicBezTo>
                    <a:pt x="1457" y="325"/>
                    <a:pt x="1132" y="0"/>
                    <a:pt x="7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70" name="Google Shape;670;p20"/>
            <p:cNvSpPr/>
            <p:nvPr/>
          </p:nvSpPr>
          <p:spPr>
            <a:xfrm>
              <a:off x="6386885" y="2864731"/>
              <a:ext cx="43381" cy="43381"/>
            </a:xfrm>
            <a:custGeom>
              <a:avLst/>
              <a:gdLst/>
              <a:ahLst/>
              <a:cxnLst/>
              <a:rect l="l" t="t" r="r" b="b"/>
              <a:pathLst>
                <a:path w="762" h="762" extrusionOk="0">
                  <a:moveTo>
                    <a:pt x="381" y="1"/>
                  </a:moveTo>
                  <a:cubicBezTo>
                    <a:pt x="177" y="1"/>
                    <a:pt x="1" y="168"/>
                    <a:pt x="1" y="381"/>
                  </a:cubicBezTo>
                  <a:cubicBezTo>
                    <a:pt x="1" y="585"/>
                    <a:pt x="177" y="761"/>
                    <a:pt x="381" y="761"/>
                  </a:cubicBezTo>
                  <a:cubicBezTo>
                    <a:pt x="594" y="761"/>
                    <a:pt x="761" y="585"/>
                    <a:pt x="761" y="381"/>
                  </a:cubicBezTo>
                  <a:cubicBezTo>
                    <a:pt x="761" y="168"/>
                    <a:pt x="594" y="1"/>
                    <a:pt x="381" y="1"/>
                  </a:cubicBezTo>
                  <a:close/>
                </a:path>
              </a:pathLst>
            </a:custGeom>
            <a:solidFill>
              <a:srgbClr val="2AAF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71" name="Google Shape;671;p20"/>
            <p:cNvSpPr/>
            <p:nvPr/>
          </p:nvSpPr>
          <p:spPr>
            <a:xfrm>
              <a:off x="6383697" y="2861031"/>
              <a:ext cx="50269" cy="50212"/>
            </a:xfrm>
            <a:custGeom>
              <a:avLst/>
              <a:gdLst/>
              <a:ahLst/>
              <a:cxnLst/>
              <a:rect l="l" t="t" r="r" b="b"/>
              <a:pathLst>
                <a:path w="883" h="882" extrusionOk="0">
                  <a:moveTo>
                    <a:pt x="437" y="121"/>
                  </a:moveTo>
                  <a:cubicBezTo>
                    <a:pt x="613" y="121"/>
                    <a:pt x="762" y="260"/>
                    <a:pt x="762" y="437"/>
                  </a:cubicBezTo>
                  <a:cubicBezTo>
                    <a:pt x="762" y="622"/>
                    <a:pt x="613" y="761"/>
                    <a:pt x="437" y="761"/>
                  </a:cubicBezTo>
                  <a:cubicBezTo>
                    <a:pt x="261" y="761"/>
                    <a:pt x="122" y="622"/>
                    <a:pt x="122" y="437"/>
                  </a:cubicBezTo>
                  <a:cubicBezTo>
                    <a:pt x="122" y="260"/>
                    <a:pt x="261" y="121"/>
                    <a:pt x="437" y="121"/>
                  </a:cubicBezTo>
                  <a:close/>
                  <a:moveTo>
                    <a:pt x="437" y="1"/>
                  </a:moveTo>
                  <a:cubicBezTo>
                    <a:pt x="196" y="1"/>
                    <a:pt x="1" y="195"/>
                    <a:pt x="1" y="437"/>
                  </a:cubicBezTo>
                  <a:cubicBezTo>
                    <a:pt x="1" y="687"/>
                    <a:pt x="196" y="882"/>
                    <a:pt x="437" y="882"/>
                  </a:cubicBezTo>
                  <a:cubicBezTo>
                    <a:pt x="678" y="882"/>
                    <a:pt x="873" y="687"/>
                    <a:pt x="882" y="437"/>
                  </a:cubicBezTo>
                  <a:cubicBezTo>
                    <a:pt x="882" y="195"/>
                    <a:pt x="678" y="1"/>
                    <a:pt x="4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72" name="Google Shape;672;p20"/>
            <p:cNvSpPr/>
            <p:nvPr/>
          </p:nvSpPr>
          <p:spPr>
            <a:xfrm>
              <a:off x="6246953" y="3037967"/>
              <a:ext cx="324843" cy="58695"/>
            </a:xfrm>
            <a:custGeom>
              <a:avLst/>
              <a:gdLst/>
              <a:ahLst/>
              <a:cxnLst/>
              <a:rect l="l" t="t" r="r" b="b"/>
              <a:pathLst>
                <a:path w="5706" h="1031" extrusionOk="0">
                  <a:moveTo>
                    <a:pt x="511" y="0"/>
                  </a:moveTo>
                  <a:cubicBezTo>
                    <a:pt x="232" y="0"/>
                    <a:pt x="0" y="232"/>
                    <a:pt x="0" y="511"/>
                  </a:cubicBezTo>
                  <a:cubicBezTo>
                    <a:pt x="0" y="798"/>
                    <a:pt x="232" y="1030"/>
                    <a:pt x="511" y="1030"/>
                  </a:cubicBezTo>
                  <a:lnTo>
                    <a:pt x="5195" y="1030"/>
                  </a:lnTo>
                  <a:cubicBezTo>
                    <a:pt x="5483" y="1030"/>
                    <a:pt x="5705" y="798"/>
                    <a:pt x="5705" y="511"/>
                  </a:cubicBezTo>
                  <a:cubicBezTo>
                    <a:pt x="5705" y="232"/>
                    <a:pt x="5474" y="0"/>
                    <a:pt x="51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73" name="Google Shape;673;p20"/>
            <p:cNvSpPr/>
            <p:nvPr/>
          </p:nvSpPr>
          <p:spPr>
            <a:xfrm>
              <a:off x="6243765" y="3034779"/>
              <a:ext cx="331731" cy="65014"/>
            </a:xfrm>
            <a:custGeom>
              <a:avLst/>
              <a:gdLst/>
              <a:ahLst/>
              <a:cxnLst/>
              <a:rect l="l" t="t" r="r" b="b"/>
              <a:pathLst>
                <a:path w="5827" h="1142" extrusionOk="0">
                  <a:moveTo>
                    <a:pt x="5251" y="112"/>
                  </a:moveTo>
                  <a:cubicBezTo>
                    <a:pt x="5502" y="112"/>
                    <a:pt x="5706" y="316"/>
                    <a:pt x="5706" y="567"/>
                  </a:cubicBezTo>
                  <a:cubicBezTo>
                    <a:pt x="5706" y="817"/>
                    <a:pt x="5502" y="1021"/>
                    <a:pt x="5251" y="1021"/>
                  </a:cubicBezTo>
                  <a:lnTo>
                    <a:pt x="567" y="1021"/>
                  </a:lnTo>
                  <a:cubicBezTo>
                    <a:pt x="316" y="1021"/>
                    <a:pt x="112" y="817"/>
                    <a:pt x="112" y="567"/>
                  </a:cubicBezTo>
                  <a:cubicBezTo>
                    <a:pt x="112" y="316"/>
                    <a:pt x="316" y="112"/>
                    <a:pt x="567" y="112"/>
                  </a:cubicBezTo>
                  <a:close/>
                  <a:moveTo>
                    <a:pt x="567" y="1"/>
                  </a:moveTo>
                  <a:cubicBezTo>
                    <a:pt x="251" y="1"/>
                    <a:pt x="1" y="251"/>
                    <a:pt x="1" y="567"/>
                  </a:cubicBezTo>
                  <a:cubicBezTo>
                    <a:pt x="1" y="882"/>
                    <a:pt x="251" y="1142"/>
                    <a:pt x="567" y="1142"/>
                  </a:cubicBezTo>
                  <a:lnTo>
                    <a:pt x="5251" y="1142"/>
                  </a:lnTo>
                  <a:cubicBezTo>
                    <a:pt x="5567" y="1142"/>
                    <a:pt x="5826" y="882"/>
                    <a:pt x="5826" y="567"/>
                  </a:cubicBezTo>
                  <a:cubicBezTo>
                    <a:pt x="5826" y="251"/>
                    <a:pt x="5567" y="1"/>
                    <a:pt x="52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74" name="Google Shape;674;p20"/>
            <p:cNvSpPr/>
            <p:nvPr/>
          </p:nvSpPr>
          <p:spPr>
            <a:xfrm>
              <a:off x="6246953" y="3133038"/>
              <a:ext cx="324843" cy="58638"/>
            </a:xfrm>
            <a:custGeom>
              <a:avLst/>
              <a:gdLst/>
              <a:ahLst/>
              <a:cxnLst/>
              <a:rect l="l" t="t" r="r" b="b"/>
              <a:pathLst>
                <a:path w="5706" h="1030" extrusionOk="0">
                  <a:moveTo>
                    <a:pt x="511" y="0"/>
                  </a:moveTo>
                  <a:cubicBezTo>
                    <a:pt x="232" y="0"/>
                    <a:pt x="0" y="232"/>
                    <a:pt x="0" y="520"/>
                  </a:cubicBezTo>
                  <a:cubicBezTo>
                    <a:pt x="0" y="807"/>
                    <a:pt x="232" y="1030"/>
                    <a:pt x="511" y="1030"/>
                  </a:cubicBezTo>
                  <a:lnTo>
                    <a:pt x="5195" y="1030"/>
                  </a:lnTo>
                  <a:cubicBezTo>
                    <a:pt x="5483" y="1030"/>
                    <a:pt x="5705" y="807"/>
                    <a:pt x="5705" y="520"/>
                  </a:cubicBezTo>
                  <a:cubicBezTo>
                    <a:pt x="5705" y="232"/>
                    <a:pt x="5474" y="0"/>
                    <a:pt x="519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75" name="Google Shape;675;p20"/>
            <p:cNvSpPr/>
            <p:nvPr/>
          </p:nvSpPr>
          <p:spPr>
            <a:xfrm>
              <a:off x="6243765" y="3129850"/>
              <a:ext cx="331731" cy="65526"/>
            </a:xfrm>
            <a:custGeom>
              <a:avLst/>
              <a:gdLst/>
              <a:ahLst/>
              <a:cxnLst/>
              <a:rect l="l" t="t" r="r" b="b"/>
              <a:pathLst>
                <a:path w="5827" h="1151" extrusionOk="0">
                  <a:moveTo>
                    <a:pt x="5251" y="121"/>
                  </a:moveTo>
                  <a:cubicBezTo>
                    <a:pt x="5502" y="121"/>
                    <a:pt x="5706" y="325"/>
                    <a:pt x="5706" y="576"/>
                  </a:cubicBezTo>
                  <a:cubicBezTo>
                    <a:pt x="5706" y="826"/>
                    <a:pt x="5502" y="1030"/>
                    <a:pt x="5251" y="1030"/>
                  </a:cubicBezTo>
                  <a:lnTo>
                    <a:pt x="567" y="1030"/>
                  </a:lnTo>
                  <a:cubicBezTo>
                    <a:pt x="316" y="1030"/>
                    <a:pt x="112" y="826"/>
                    <a:pt x="112" y="576"/>
                  </a:cubicBezTo>
                  <a:cubicBezTo>
                    <a:pt x="112" y="325"/>
                    <a:pt x="316" y="121"/>
                    <a:pt x="567" y="121"/>
                  </a:cubicBezTo>
                  <a:close/>
                  <a:moveTo>
                    <a:pt x="567" y="0"/>
                  </a:moveTo>
                  <a:cubicBezTo>
                    <a:pt x="251" y="0"/>
                    <a:pt x="1" y="260"/>
                    <a:pt x="1" y="576"/>
                  </a:cubicBezTo>
                  <a:cubicBezTo>
                    <a:pt x="1" y="891"/>
                    <a:pt x="251" y="1151"/>
                    <a:pt x="567" y="1151"/>
                  </a:cubicBezTo>
                  <a:lnTo>
                    <a:pt x="5251" y="1151"/>
                  </a:lnTo>
                  <a:cubicBezTo>
                    <a:pt x="5567" y="1151"/>
                    <a:pt x="5826" y="891"/>
                    <a:pt x="5826" y="576"/>
                  </a:cubicBezTo>
                  <a:cubicBezTo>
                    <a:pt x="5826" y="260"/>
                    <a:pt x="5567" y="0"/>
                    <a:pt x="5251" y="0"/>
                  </a:cubicBez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76" name="Google Shape;676;p20"/>
            <p:cNvSpPr/>
            <p:nvPr/>
          </p:nvSpPr>
          <p:spPr>
            <a:xfrm>
              <a:off x="6362576" y="3211714"/>
              <a:ext cx="93536" cy="10589"/>
            </a:xfrm>
            <a:custGeom>
              <a:avLst/>
              <a:gdLst/>
              <a:ahLst/>
              <a:cxnLst/>
              <a:rect l="l" t="t" r="r" b="b"/>
              <a:pathLst>
                <a:path w="1643" h="186" extrusionOk="0">
                  <a:moveTo>
                    <a:pt x="94" y="0"/>
                  </a:moveTo>
                  <a:cubicBezTo>
                    <a:pt x="38" y="0"/>
                    <a:pt x="1" y="37"/>
                    <a:pt x="1" y="84"/>
                  </a:cubicBezTo>
                  <a:lnTo>
                    <a:pt x="1" y="93"/>
                  </a:lnTo>
                  <a:cubicBezTo>
                    <a:pt x="1" y="149"/>
                    <a:pt x="38" y="186"/>
                    <a:pt x="94" y="186"/>
                  </a:cubicBezTo>
                  <a:lnTo>
                    <a:pt x="1550" y="186"/>
                  </a:lnTo>
                  <a:cubicBezTo>
                    <a:pt x="1606" y="186"/>
                    <a:pt x="1643" y="149"/>
                    <a:pt x="1643" y="93"/>
                  </a:cubicBezTo>
                  <a:lnTo>
                    <a:pt x="1643" y="84"/>
                  </a:lnTo>
                  <a:cubicBezTo>
                    <a:pt x="1643" y="37"/>
                    <a:pt x="1606" y="0"/>
                    <a:pt x="155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77" name="Google Shape;677;p20"/>
            <p:cNvSpPr/>
            <p:nvPr/>
          </p:nvSpPr>
          <p:spPr>
            <a:xfrm>
              <a:off x="6608682" y="2809681"/>
              <a:ext cx="39680" cy="38769"/>
            </a:xfrm>
            <a:custGeom>
              <a:avLst/>
              <a:gdLst/>
              <a:ahLst/>
              <a:cxnLst/>
              <a:rect l="l" t="t" r="r" b="b"/>
              <a:pathLst>
                <a:path w="697" h="681" extrusionOk="0">
                  <a:moveTo>
                    <a:pt x="631" y="0"/>
                  </a:moveTo>
                  <a:cubicBezTo>
                    <a:pt x="615" y="0"/>
                    <a:pt x="599" y="7"/>
                    <a:pt x="585" y="21"/>
                  </a:cubicBezTo>
                  <a:lnTo>
                    <a:pt x="29" y="578"/>
                  </a:lnTo>
                  <a:cubicBezTo>
                    <a:pt x="1" y="597"/>
                    <a:pt x="1" y="634"/>
                    <a:pt x="29" y="661"/>
                  </a:cubicBezTo>
                  <a:cubicBezTo>
                    <a:pt x="38" y="671"/>
                    <a:pt x="57" y="680"/>
                    <a:pt x="66" y="680"/>
                  </a:cubicBezTo>
                  <a:cubicBezTo>
                    <a:pt x="84" y="680"/>
                    <a:pt x="94" y="671"/>
                    <a:pt x="112" y="661"/>
                  </a:cubicBezTo>
                  <a:lnTo>
                    <a:pt x="669" y="96"/>
                  </a:lnTo>
                  <a:cubicBezTo>
                    <a:pt x="697" y="77"/>
                    <a:pt x="697" y="40"/>
                    <a:pt x="669" y="21"/>
                  </a:cubicBezTo>
                  <a:cubicBezTo>
                    <a:pt x="659" y="7"/>
                    <a:pt x="646" y="0"/>
                    <a:pt x="63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78" name="Google Shape;678;p20"/>
            <p:cNvSpPr/>
            <p:nvPr/>
          </p:nvSpPr>
          <p:spPr>
            <a:xfrm>
              <a:off x="6608682" y="2809681"/>
              <a:ext cx="39680" cy="38769"/>
            </a:xfrm>
            <a:custGeom>
              <a:avLst/>
              <a:gdLst/>
              <a:ahLst/>
              <a:cxnLst/>
              <a:rect l="l" t="t" r="r" b="b"/>
              <a:pathLst>
                <a:path w="697" h="681" extrusionOk="0">
                  <a:moveTo>
                    <a:pt x="67" y="0"/>
                  </a:moveTo>
                  <a:cubicBezTo>
                    <a:pt x="52" y="0"/>
                    <a:pt x="38" y="7"/>
                    <a:pt x="29" y="21"/>
                  </a:cubicBezTo>
                  <a:cubicBezTo>
                    <a:pt x="1" y="40"/>
                    <a:pt x="1" y="77"/>
                    <a:pt x="29" y="96"/>
                  </a:cubicBezTo>
                  <a:lnTo>
                    <a:pt x="585" y="661"/>
                  </a:lnTo>
                  <a:cubicBezTo>
                    <a:pt x="595" y="671"/>
                    <a:pt x="613" y="680"/>
                    <a:pt x="632" y="680"/>
                  </a:cubicBezTo>
                  <a:cubicBezTo>
                    <a:pt x="641" y="680"/>
                    <a:pt x="659" y="671"/>
                    <a:pt x="669" y="661"/>
                  </a:cubicBezTo>
                  <a:cubicBezTo>
                    <a:pt x="697" y="634"/>
                    <a:pt x="697" y="597"/>
                    <a:pt x="669" y="578"/>
                  </a:cubicBezTo>
                  <a:lnTo>
                    <a:pt x="112" y="21"/>
                  </a:lnTo>
                  <a:cubicBezTo>
                    <a:pt x="98" y="7"/>
                    <a:pt x="82" y="0"/>
                    <a:pt x="6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79" name="Google Shape;679;p20"/>
            <p:cNvSpPr/>
            <p:nvPr/>
          </p:nvSpPr>
          <p:spPr>
            <a:xfrm>
              <a:off x="6131273" y="3328419"/>
              <a:ext cx="460564" cy="268880"/>
            </a:xfrm>
            <a:custGeom>
              <a:avLst/>
              <a:gdLst/>
              <a:ahLst/>
              <a:cxnLst/>
              <a:rect l="l" t="t" r="r" b="b"/>
              <a:pathLst>
                <a:path w="8090" h="4723" extrusionOk="0">
                  <a:moveTo>
                    <a:pt x="474" y="0"/>
                  </a:moveTo>
                  <a:cubicBezTo>
                    <a:pt x="214" y="0"/>
                    <a:pt x="1" y="214"/>
                    <a:pt x="1" y="474"/>
                  </a:cubicBezTo>
                  <a:lnTo>
                    <a:pt x="1" y="4249"/>
                  </a:lnTo>
                  <a:cubicBezTo>
                    <a:pt x="1" y="4509"/>
                    <a:pt x="214" y="4722"/>
                    <a:pt x="474" y="4722"/>
                  </a:cubicBezTo>
                  <a:lnTo>
                    <a:pt x="7617" y="4722"/>
                  </a:lnTo>
                  <a:cubicBezTo>
                    <a:pt x="7877" y="4722"/>
                    <a:pt x="8090" y="4509"/>
                    <a:pt x="8090" y="4249"/>
                  </a:cubicBezTo>
                  <a:lnTo>
                    <a:pt x="8090" y="474"/>
                  </a:lnTo>
                  <a:cubicBezTo>
                    <a:pt x="8090" y="214"/>
                    <a:pt x="7877" y="0"/>
                    <a:pt x="761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80" name="Google Shape;680;p20"/>
            <p:cNvSpPr/>
            <p:nvPr/>
          </p:nvSpPr>
          <p:spPr>
            <a:xfrm>
              <a:off x="6466643" y="3355346"/>
              <a:ext cx="71903" cy="201248"/>
            </a:xfrm>
            <a:custGeom>
              <a:avLst/>
              <a:gdLst/>
              <a:ahLst/>
              <a:cxnLst/>
              <a:rect l="l" t="t" r="r" b="b"/>
              <a:pathLst>
                <a:path w="1263" h="3535" extrusionOk="0">
                  <a:moveTo>
                    <a:pt x="0" y="1"/>
                  </a:moveTo>
                  <a:lnTo>
                    <a:pt x="0" y="3535"/>
                  </a:lnTo>
                  <a:lnTo>
                    <a:pt x="1262" y="3535"/>
                  </a:lnTo>
                  <a:lnTo>
                    <a:pt x="126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81" name="Google Shape;681;p20"/>
            <p:cNvSpPr/>
            <p:nvPr/>
          </p:nvSpPr>
          <p:spPr>
            <a:xfrm>
              <a:off x="6463455" y="3352158"/>
              <a:ext cx="78222" cy="208136"/>
            </a:xfrm>
            <a:custGeom>
              <a:avLst/>
              <a:gdLst/>
              <a:ahLst/>
              <a:cxnLst/>
              <a:rect l="l" t="t" r="r" b="b"/>
              <a:pathLst>
                <a:path w="1374" h="3656" extrusionOk="0">
                  <a:moveTo>
                    <a:pt x="1262" y="112"/>
                  </a:moveTo>
                  <a:lnTo>
                    <a:pt x="1262" y="3535"/>
                  </a:lnTo>
                  <a:lnTo>
                    <a:pt x="121" y="3535"/>
                  </a:lnTo>
                  <a:lnTo>
                    <a:pt x="121" y="112"/>
                  </a:lnTo>
                  <a:close/>
                  <a:moveTo>
                    <a:pt x="66" y="1"/>
                  </a:moveTo>
                  <a:cubicBezTo>
                    <a:pt x="29" y="1"/>
                    <a:pt x="1" y="29"/>
                    <a:pt x="1" y="57"/>
                  </a:cubicBezTo>
                  <a:lnTo>
                    <a:pt x="1" y="3591"/>
                  </a:lnTo>
                  <a:cubicBezTo>
                    <a:pt x="1" y="3628"/>
                    <a:pt x="29" y="3656"/>
                    <a:pt x="66" y="3656"/>
                  </a:cubicBezTo>
                  <a:lnTo>
                    <a:pt x="1318" y="3656"/>
                  </a:lnTo>
                  <a:cubicBezTo>
                    <a:pt x="1355" y="3656"/>
                    <a:pt x="1374" y="3628"/>
                    <a:pt x="1374" y="3591"/>
                  </a:cubicBezTo>
                  <a:lnTo>
                    <a:pt x="1374" y="57"/>
                  </a:lnTo>
                  <a:cubicBezTo>
                    <a:pt x="1374" y="29"/>
                    <a:pt x="1355" y="1"/>
                    <a:pt x="131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82" name="Google Shape;682;p20"/>
            <p:cNvSpPr/>
            <p:nvPr/>
          </p:nvSpPr>
          <p:spPr>
            <a:xfrm>
              <a:off x="6365252" y="3443017"/>
              <a:ext cx="71846" cy="113575"/>
            </a:xfrm>
            <a:custGeom>
              <a:avLst/>
              <a:gdLst/>
              <a:ahLst/>
              <a:cxnLst/>
              <a:rect l="l" t="t" r="r" b="b"/>
              <a:pathLst>
                <a:path w="1262" h="1995" extrusionOk="0">
                  <a:moveTo>
                    <a:pt x="0" y="1"/>
                  </a:moveTo>
                  <a:lnTo>
                    <a:pt x="0" y="1995"/>
                  </a:lnTo>
                  <a:lnTo>
                    <a:pt x="1262" y="1995"/>
                  </a:lnTo>
                  <a:lnTo>
                    <a:pt x="126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83" name="Google Shape;683;p20"/>
            <p:cNvSpPr/>
            <p:nvPr/>
          </p:nvSpPr>
          <p:spPr>
            <a:xfrm>
              <a:off x="6362064" y="3439829"/>
              <a:ext cx="78222" cy="120464"/>
            </a:xfrm>
            <a:custGeom>
              <a:avLst/>
              <a:gdLst/>
              <a:ahLst/>
              <a:cxnLst/>
              <a:rect l="l" t="t" r="r" b="b"/>
              <a:pathLst>
                <a:path w="1374" h="2116" extrusionOk="0">
                  <a:moveTo>
                    <a:pt x="1262" y="112"/>
                  </a:moveTo>
                  <a:lnTo>
                    <a:pt x="1262" y="1995"/>
                  </a:lnTo>
                  <a:lnTo>
                    <a:pt x="121" y="1995"/>
                  </a:lnTo>
                  <a:lnTo>
                    <a:pt x="121" y="112"/>
                  </a:lnTo>
                  <a:close/>
                  <a:moveTo>
                    <a:pt x="56" y="1"/>
                  </a:moveTo>
                  <a:cubicBezTo>
                    <a:pt x="28" y="1"/>
                    <a:pt x="1" y="19"/>
                    <a:pt x="1" y="57"/>
                  </a:cubicBezTo>
                  <a:lnTo>
                    <a:pt x="1" y="2051"/>
                  </a:lnTo>
                  <a:cubicBezTo>
                    <a:pt x="1" y="2088"/>
                    <a:pt x="28" y="2116"/>
                    <a:pt x="56" y="2116"/>
                  </a:cubicBezTo>
                  <a:lnTo>
                    <a:pt x="1318" y="2116"/>
                  </a:lnTo>
                  <a:cubicBezTo>
                    <a:pt x="1355" y="2116"/>
                    <a:pt x="1374" y="2088"/>
                    <a:pt x="1374" y="2051"/>
                  </a:cubicBezTo>
                  <a:lnTo>
                    <a:pt x="1374" y="57"/>
                  </a:lnTo>
                  <a:cubicBezTo>
                    <a:pt x="1374" y="19"/>
                    <a:pt x="1355" y="1"/>
                    <a:pt x="131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84" name="Google Shape;684;p20"/>
            <p:cNvSpPr/>
            <p:nvPr/>
          </p:nvSpPr>
          <p:spPr>
            <a:xfrm>
              <a:off x="6461861" y="3355346"/>
              <a:ext cx="71390" cy="194416"/>
            </a:xfrm>
            <a:custGeom>
              <a:avLst/>
              <a:gdLst/>
              <a:ahLst/>
              <a:cxnLst/>
              <a:rect l="l" t="t" r="r" b="b"/>
              <a:pathLst>
                <a:path w="1254" h="3415" extrusionOk="0">
                  <a:moveTo>
                    <a:pt x="1" y="1"/>
                  </a:moveTo>
                  <a:lnTo>
                    <a:pt x="1" y="3414"/>
                  </a:lnTo>
                  <a:lnTo>
                    <a:pt x="1253" y="3414"/>
                  </a:lnTo>
                  <a:lnTo>
                    <a:pt x="125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85" name="Google Shape;685;p20"/>
            <p:cNvSpPr/>
            <p:nvPr/>
          </p:nvSpPr>
          <p:spPr>
            <a:xfrm>
              <a:off x="6458161" y="3352158"/>
              <a:ext cx="78791" cy="200792"/>
            </a:xfrm>
            <a:custGeom>
              <a:avLst/>
              <a:gdLst/>
              <a:ahLst/>
              <a:cxnLst/>
              <a:rect l="l" t="t" r="r" b="b"/>
              <a:pathLst>
                <a:path w="1384" h="3527" extrusionOk="0">
                  <a:moveTo>
                    <a:pt x="1263" y="112"/>
                  </a:moveTo>
                  <a:lnTo>
                    <a:pt x="1263" y="3405"/>
                  </a:lnTo>
                  <a:lnTo>
                    <a:pt x="122" y="3405"/>
                  </a:lnTo>
                  <a:lnTo>
                    <a:pt x="122" y="112"/>
                  </a:lnTo>
                  <a:close/>
                  <a:moveTo>
                    <a:pt x="1" y="1"/>
                  </a:moveTo>
                  <a:lnTo>
                    <a:pt x="1" y="3526"/>
                  </a:lnTo>
                  <a:lnTo>
                    <a:pt x="1383" y="3526"/>
                  </a:lnTo>
                  <a:lnTo>
                    <a:pt x="13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86" name="Google Shape;686;p20"/>
            <p:cNvSpPr/>
            <p:nvPr/>
          </p:nvSpPr>
          <p:spPr>
            <a:xfrm>
              <a:off x="6359958" y="3443017"/>
              <a:ext cx="71903" cy="106744"/>
            </a:xfrm>
            <a:custGeom>
              <a:avLst/>
              <a:gdLst/>
              <a:ahLst/>
              <a:cxnLst/>
              <a:rect l="l" t="t" r="r" b="b"/>
              <a:pathLst>
                <a:path w="1263" h="1875" extrusionOk="0">
                  <a:moveTo>
                    <a:pt x="1" y="1"/>
                  </a:moveTo>
                  <a:lnTo>
                    <a:pt x="1" y="1874"/>
                  </a:lnTo>
                  <a:lnTo>
                    <a:pt x="1262" y="1874"/>
                  </a:lnTo>
                  <a:lnTo>
                    <a:pt x="126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87" name="Google Shape;687;p20"/>
            <p:cNvSpPr/>
            <p:nvPr/>
          </p:nvSpPr>
          <p:spPr>
            <a:xfrm>
              <a:off x="6356770" y="3439829"/>
              <a:ext cx="78222" cy="113120"/>
            </a:xfrm>
            <a:custGeom>
              <a:avLst/>
              <a:gdLst/>
              <a:ahLst/>
              <a:cxnLst/>
              <a:rect l="l" t="t" r="r" b="b"/>
              <a:pathLst>
                <a:path w="1374" h="1987" extrusionOk="0">
                  <a:moveTo>
                    <a:pt x="1262" y="112"/>
                  </a:moveTo>
                  <a:lnTo>
                    <a:pt x="1262" y="1865"/>
                  </a:lnTo>
                  <a:lnTo>
                    <a:pt x="121" y="1865"/>
                  </a:lnTo>
                  <a:lnTo>
                    <a:pt x="121" y="112"/>
                  </a:lnTo>
                  <a:close/>
                  <a:moveTo>
                    <a:pt x="57" y="1"/>
                  </a:moveTo>
                  <a:cubicBezTo>
                    <a:pt x="29" y="1"/>
                    <a:pt x="1" y="19"/>
                    <a:pt x="1" y="57"/>
                  </a:cubicBezTo>
                  <a:lnTo>
                    <a:pt x="1" y="1930"/>
                  </a:lnTo>
                  <a:cubicBezTo>
                    <a:pt x="1" y="1958"/>
                    <a:pt x="29" y="1986"/>
                    <a:pt x="57" y="1986"/>
                  </a:cubicBezTo>
                  <a:lnTo>
                    <a:pt x="1318" y="1986"/>
                  </a:lnTo>
                  <a:cubicBezTo>
                    <a:pt x="1355" y="1986"/>
                    <a:pt x="1374" y="1958"/>
                    <a:pt x="1374" y="1930"/>
                  </a:cubicBezTo>
                  <a:lnTo>
                    <a:pt x="1374" y="57"/>
                  </a:lnTo>
                  <a:cubicBezTo>
                    <a:pt x="1374" y="19"/>
                    <a:pt x="1355" y="1"/>
                    <a:pt x="131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88" name="Google Shape;688;p20"/>
            <p:cNvSpPr/>
            <p:nvPr/>
          </p:nvSpPr>
          <p:spPr>
            <a:xfrm>
              <a:off x="6263292" y="3494765"/>
              <a:ext cx="71903" cy="62395"/>
            </a:xfrm>
            <a:custGeom>
              <a:avLst/>
              <a:gdLst/>
              <a:ahLst/>
              <a:cxnLst/>
              <a:rect l="l" t="t" r="r" b="b"/>
              <a:pathLst>
                <a:path w="1263" h="1096" extrusionOk="0">
                  <a:moveTo>
                    <a:pt x="1" y="1"/>
                  </a:moveTo>
                  <a:lnTo>
                    <a:pt x="1" y="1095"/>
                  </a:lnTo>
                  <a:lnTo>
                    <a:pt x="1263" y="1095"/>
                  </a:lnTo>
                  <a:lnTo>
                    <a:pt x="12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89" name="Google Shape;689;p20"/>
            <p:cNvSpPr/>
            <p:nvPr/>
          </p:nvSpPr>
          <p:spPr>
            <a:xfrm>
              <a:off x="6260161" y="3491577"/>
              <a:ext cx="78222" cy="68715"/>
            </a:xfrm>
            <a:custGeom>
              <a:avLst/>
              <a:gdLst/>
              <a:ahLst/>
              <a:cxnLst/>
              <a:rect l="l" t="t" r="r" b="b"/>
              <a:pathLst>
                <a:path w="1374" h="1207" extrusionOk="0">
                  <a:moveTo>
                    <a:pt x="1253" y="122"/>
                  </a:moveTo>
                  <a:lnTo>
                    <a:pt x="1253" y="1096"/>
                  </a:lnTo>
                  <a:lnTo>
                    <a:pt x="112" y="1096"/>
                  </a:lnTo>
                  <a:lnTo>
                    <a:pt x="112" y="122"/>
                  </a:lnTo>
                  <a:close/>
                  <a:moveTo>
                    <a:pt x="56" y="1"/>
                  </a:moveTo>
                  <a:cubicBezTo>
                    <a:pt x="19" y="1"/>
                    <a:pt x="0" y="29"/>
                    <a:pt x="0" y="57"/>
                  </a:cubicBezTo>
                  <a:lnTo>
                    <a:pt x="0" y="1151"/>
                  </a:lnTo>
                  <a:cubicBezTo>
                    <a:pt x="0" y="1188"/>
                    <a:pt x="19" y="1207"/>
                    <a:pt x="56" y="1207"/>
                  </a:cubicBezTo>
                  <a:lnTo>
                    <a:pt x="1318" y="1207"/>
                  </a:lnTo>
                  <a:cubicBezTo>
                    <a:pt x="1345" y="1207"/>
                    <a:pt x="1373" y="1188"/>
                    <a:pt x="1373" y="1151"/>
                  </a:cubicBezTo>
                  <a:lnTo>
                    <a:pt x="1373" y="57"/>
                  </a:lnTo>
                  <a:cubicBezTo>
                    <a:pt x="1373" y="29"/>
                    <a:pt x="1345" y="1"/>
                    <a:pt x="131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90" name="Google Shape;690;p20"/>
            <p:cNvSpPr/>
            <p:nvPr/>
          </p:nvSpPr>
          <p:spPr>
            <a:xfrm>
              <a:off x="6258054" y="3494765"/>
              <a:ext cx="71846" cy="58182"/>
            </a:xfrm>
            <a:custGeom>
              <a:avLst/>
              <a:gdLst/>
              <a:ahLst/>
              <a:cxnLst/>
              <a:rect l="l" t="t" r="r" b="b"/>
              <a:pathLst>
                <a:path w="1262" h="1022" extrusionOk="0">
                  <a:moveTo>
                    <a:pt x="0" y="1"/>
                  </a:moveTo>
                  <a:lnTo>
                    <a:pt x="0" y="1021"/>
                  </a:lnTo>
                  <a:lnTo>
                    <a:pt x="1262" y="1021"/>
                  </a:lnTo>
                  <a:lnTo>
                    <a:pt x="126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91" name="Google Shape;691;p20"/>
            <p:cNvSpPr/>
            <p:nvPr/>
          </p:nvSpPr>
          <p:spPr>
            <a:xfrm>
              <a:off x="6254866" y="3491577"/>
              <a:ext cx="78222" cy="64502"/>
            </a:xfrm>
            <a:custGeom>
              <a:avLst/>
              <a:gdLst/>
              <a:ahLst/>
              <a:cxnLst/>
              <a:rect l="l" t="t" r="r" b="b"/>
              <a:pathLst>
                <a:path w="1374" h="1133" extrusionOk="0">
                  <a:moveTo>
                    <a:pt x="1253" y="122"/>
                  </a:moveTo>
                  <a:lnTo>
                    <a:pt x="1253" y="1021"/>
                  </a:lnTo>
                  <a:lnTo>
                    <a:pt x="112" y="1021"/>
                  </a:lnTo>
                  <a:lnTo>
                    <a:pt x="112" y="122"/>
                  </a:lnTo>
                  <a:close/>
                  <a:moveTo>
                    <a:pt x="0" y="1"/>
                  </a:moveTo>
                  <a:lnTo>
                    <a:pt x="0" y="1133"/>
                  </a:lnTo>
                  <a:lnTo>
                    <a:pt x="1373" y="1133"/>
                  </a:lnTo>
                  <a:lnTo>
                    <a:pt x="137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92" name="Google Shape;692;p20"/>
            <p:cNvSpPr/>
            <p:nvPr/>
          </p:nvSpPr>
          <p:spPr>
            <a:xfrm>
              <a:off x="6166113" y="3528069"/>
              <a:ext cx="71903" cy="29091"/>
            </a:xfrm>
            <a:custGeom>
              <a:avLst/>
              <a:gdLst/>
              <a:ahLst/>
              <a:cxnLst/>
              <a:rect l="l" t="t" r="r" b="b"/>
              <a:pathLst>
                <a:path w="1263" h="511" extrusionOk="0">
                  <a:moveTo>
                    <a:pt x="1" y="0"/>
                  </a:moveTo>
                  <a:lnTo>
                    <a:pt x="1" y="510"/>
                  </a:lnTo>
                  <a:lnTo>
                    <a:pt x="1263" y="510"/>
                  </a:lnTo>
                  <a:lnTo>
                    <a:pt x="12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93" name="Google Shape;693;p20"/>
            <p:cNvSpPr/>
            <p:nvPr/>
          </p:nvSpPr>
          <p:spPr>
            <a:xfrm>
              <a:off x="6162470" y="3524369"/>
              <a:ext cx="78734" cy="35923"/>
            </a:xfrm>
            <a:custGeom>
              <a:avLst/>
              <a:gdLst/>
              <a:ahLst/>
              <a:cxnLst/>
              <a:rect l="l" t="t" r="r" b="b"/>
              <a:pathLst>
                <a:path w="1383" h="631" extrusionOk="0">
                  <a:moveTo>
                    <a:pt x="1262" y="121"/>
                  </a:moveTo>
                  <a:lnTo>
                    <a:pt x="1262" y="520"/>
                  </a:lnTo>
                  <a:lnTo>
                    <a:pt x="121" y="520"/>
                  </a:lnTo>
                  <a:lnTo>
                    <a:pt x="121" y="121"/>
                  </a:lnTo>
                  <a:close/>
                  <a:moveTo>
                    <a:pt x="65" y="0"/>
                  </a:moveTo>
                  <a:cubicBezTo>
                    <a:pt x="28" y="0"/>
                    <a:pt x="0" y="28"/>
                    <a:pt x="0" y="65"/>
                  </a:cubicBezTo>
                  <a:lnTo>
                    <a:pt x="0" y="575"/>
                  </a:lnTo>
                  <a:cubicBezTo>
                    <a:pt x="0" y="612"/>
                    <a:pt x="28" y="631"/>
                    <a:pt x="65" y="631"/>
                  </a:cubicBezTo>
                  <a:lnTo>
                    <a:pt x="1327" y="631"/>
                  </a:lnTo>
                  <a:cubicBezTo>
                    <a:pt x="1354" y="631"/>
                    <a:pt x="1382" y="612"/>
                    <a:pt x="1382" y="575"/>
                  </a:cubicBezTo>
                  <a:lnTo>
                    <a:pt x="1382" y="65"/>
                  </a:lnTo>
                  <a:cubicBezTo>
                    <a:pt x="1382" y="28"/>
                    <a:pt x="1354" y="0"/>
                    <a:pt x="132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94" name="Google Shape;694;p20"/>
            <p:cNvSpPr/>
            <p:nvPr/>
          </p:nvSpPr>
          <p:spPr>
            <a:xfrm>
              <a:off x="6160876" y="3528069"/>
              <a:ext cx="71846" cy="26985"/>
            </a:xfrm>
            <a:custGeom>
              <a:avLst/>
              <a:gdLst/>
              <a:ahLst/>
              <a:cxnLst/>
              <a:rect l="l" t="t" r="r" b="b"/>
              <a:pathLst>
                <a:path w="1262" h="474" extrusionOk="0">
                  <a:moveTo>
                    <a:pt x="0" y="0"/>
                  </a:moveTo>
                  <a:lnTo>
                    <a:pt x="0" y="473"/>
                  </a:lnTo>
                  <a:lnTo>
                    <a:pt x="1262" y="473"/>
                  </a:lnTo>
                  <a:lnTo>
                    <a:pt x="126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95" name="Google Shape;695;p20"/>
            <p:cNvSpPr/>
            <p:nvPr/>
          </p:nvSpPr>
          <p:spPr>
            <a:xfrm>
              <a:off x="6157176" y="3524369"/>
              <a:ext cx="78734" cy="34386"/>
            </a:xfrm>
            <a:custGeom>
              <a:avLst/>
              <a:gdLst/>
              <a:ahLst/>
              <a:cxnLst/>
              <a:rect l="l" t="t" r="r" b="b"/>
              <a:pathLst>
                <a:path w="1383" h="604" extrusionOk="0">
                  <a:moveTo>
                    <a:pt x="1262" y="121"/>
                  </a:moveTo>
                  <a:lnTo>
                    <a:pt x="1262" y="482"/>
                  </a:lnTo>
                  <a:lnTo>
                    <a:pt x="121" y="482"/>
                  </a:lnTo>
                  <a:lnTo>
                    <a:pt x="121" y="121"/>
                  </a:lnTo>
                  <a:close/>
                  <a:moveTo>
                    <a:pt x="65" y="0"/>
                  </a:moveTo>
                  <a:cubicBezTo>
                    <a:pt x="28" y="0"/>
                    <a:pt x="0" y="28"/>
                    <a:pt x="0" y="65"/>
                  </a:cubicBezTo>
                  <a:lnTo>
                    <a:pt x="0" y="538"/>
                  </a:lnTo>
                  <a:cubicBezTo>
                    <a:pt x="0" y="575"/>
                    <a:pt x="28" y="603"/>
                    <a:pt x="65" y="603"/>
                  </a:cubicBezTo>
                  <a:lnTo>
                    <a:pt x="1327" y="603"/>
                  </a:lnTo>
                  <a:cubicBezTo>
                    <a:pt x="1355" y="603"/>
                    <a:pt x="1382" y="575"/>
                    <a:pt x="1382" y="538"/>
                  </a:cubicBezTo>
                  <a:lnTo>
                    <a:pt x="1382" y="65"/>
                  </a:lnTo>
                  <a:cubicBezTo>
                    <a:pt x="1382" y="28"/>
                    <a:pt x="1355" y="0"/>
                    <a:pt x="132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96" name="Google Shape;696;p20"/>
            <p:cNvSpPr/>
            <p:nvPr/>
          </p:nvSpPr>
          <p:spPr>
            <a:xfrm>
              <a:off x="6176190" y="3382729"/>
              <a:ext cx="163731" cy="111184"/>
            </a:xfrm>
            <a:custGeom>
              <a:avLst/>
              <a:gdLst/>
              <a:ahLst/>
              <a:cxnLst/>
              <a:rect l="l" t="t" r="r" b="b"/>
              <a:pathLst>
                <a:path w="2876" h="1953" extrusionOk="0">
                  <a:moveTo>
                    <a:pt x="2653" y="1"/>
                  </a:moveTo>
                  <a:cubicBezTo>
                    <a:pt x="2594" y="1"/>
                    <a:pt x="2535" y="30"/>
                    <a:pt x="2496" y="85"/>
                  </a:cubicBezTo>
                  <a:lnTo>
                    <a:pt x="2486" y="85"/>
                  </a:lnTo>
                  <a:cubicBezTo>
                    <a:pt x="2338" y="290"/>
                    <a:pt x="2180" y="494"/>
                    <a:pt x="1995" y="661"/>
                  </a:cubicBezTo>
                  <a:cubicBezTo>
                    <a:pt x="1818" y="837"/>
                    <a:pt x="1624" y="1004"/>
                    <a:pt x="1410" y="1152"/>
                  </a:cubicBezTo>
                  <a:cubicBezTo>
                    <a:pt x="1197" y="1301"/>
                    <a:pt x="974" y="1440"/>
                    <a:pt x="742" y="1560"/>
                  </a:cubicBezTo>
                  <a:cubicBezTo>
                    <a:pt x="510" y="1681"/>
                    <a:pt x="279" y="1783"/>
                    <a:pt x="28" y="1876"/>
                  </a:cubicBezTo>
                  <a:cubicBezTo>
                    <a:pt x="10" y="1885"/>
                    <a:pt x="0" y="1904"/>
                    <a:pt x="0" y="1922"/>
                  </a:cubicBezTo>
                  <a:cubicBezTo>
                    <a:pt x="8" y="1937"/>
                    <a:pt x="22" y="1953"/>
                    <a:pt x="36" y="1953"/>
                  </a:cubicBezTo>
                  <a:cubicBezTo>
                    <a:pt x="40" y="1953"/>
                    <a:pt x="43" y="1952"/>
                    <a:pt x="47" y="1950"/>
                  </a:cubicBezTo>
                  <a:cubicBezTo>
                    <a:pt x="316" y="1885"/>
                    <a:pt x="566" y="1802"/>
                    <a:pt x="807" y="1700"/>
                  </a:cubicBezTo>
                  <a:cubicBezTo>
                    <a:pt x="1058" y="1598"/>
                    <a:pt x="1299" y="1486"/>
                    <a:pt x="1531" y="1347"/>
                  </a:cubicBezTo>
                  <a:cubicBezTo>
                    <a:pt x="1772" y="1217"/>
                    <a:pt x="1995" y="1069"/>
                    <a:pt x="2208" y="902"/>
                  </a:cubicBezTo>
                  <a:cubicBezTo>
                    <a:pt x="2421" y="735"/>
                    <a:pt x="2616" y="531"/>
                    <a:pt x="2802" y="327"/>
                  </a:cubicBezTo>
                  <a:cubicBezTo>
                    <a:pt x="2802" y="317"/>
                    <a:pt x="2802" y="317"/>
                    <a:pt x="2811" y="308"/>
                  </a:cubicBezTo>
                  <a:cubicBezTo>
                    <a:pt x="2876" y="225"/>
                    <a:pt x="2857" y="104"/>
                    <a:pt x="2765" y="39"/>
                  </a:cubicBezTo>
                  <a:cubicBezTo>
                    <a:pt x="2731" y="13"/>
                    <a:pt x="2692" y="1"/>
                    <a:pt x="265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97" name="Google Shape;697;p20"/>
            <p:cNvSpPr/>
            <p:nvPr/>
          </p:nvSpPr>
          <p:spPr>
            <a:xfrm>
              <a:off x="6297108" y="3363259"/>
              <a:ext cx="49188" cy="58182"/>
            </a:xfrm>
            <a:custGeom>
              <a:avLst/>
              <a:gdLst/>
              <a:ahLst/>
              <a:cxnLst/>
              <a:rect l="l" t="t" r="r" b="b"/>
              <a:pathLst>
                <a:path w="864" h="1022" extrusionOk="0">
                  <a:moveTo>
                    <a:pt x="863" y="1"/>
                  </a:moveTo>
                  <a:lnTo>
                    <a:pt x="1" y="576"/>
                  </a:lnTo>
                  <a:lnTo>
                    <a:pt x="437" y="659"/>
                  </a:lnTo>
                  <a:lnTo>
                    <a:pt x="678" y="1021"/>
                  </a:lnTo>
                  <a:lnTo>
                    <a:pt x="8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98" name="Google Shape;698;p20"/>
            <p:cNvSpPr/>
            <p:nvPr/>
          </p:nvSpPr>
          <p:spPr>
            <a:xfrm>
              <a:off x="7410929" y="3726638"/>
              <a:ext cx="278331" cy="6889"/>
            </a:xfrm>
            <a:custGeom>
              <a:avLst/>
              <a:gdLst/>
              <a:ahLst/>
              <a:cxnLst/>
              <a:rect l="l" t="t" r="r" b="b"/>
              <a:pathLst>
                <a:path w="4889" h="121" extrusionOk="0">
                  <a:moveTo>
                    <a:pt x="56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93"/>
                    <a:pt x="28" y="121"/>
                    <a:pt x="56" y="121"/>
                  </a:cubicBezTo>
                  <a:lnTo>
                    <a:pt x="4833" y="121"/>
                  </a:lnTo>
                  <a:cubicBezTo>
                    <a:pt x="4870" y="121"/>
                    <a:pt x="4889" y="93"/>
                    <a:pt x="4889" y="56"/>
                  </a:cubicBezTo>
                  <a:cubicBezTo>
                    <a:pt x="4889" y="28"/>
                    <a:pt x="4870" y="0"/>
                    <a:pt x="48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99" name="Google Shape;699;p20"/>
            <p:cNvSpPr/>
            <p:nvPr/>
          </p:nvSpPr>
          <p:spPr>
            <a:xfrm>
              <a:off x="5696618" y="4217195"/>
              <a:ext cx="117845" cy="42868"/>
            </a:xfrm>
            <a:custGeom>
              <a:avLst/>
              <a:gdLst/>
              <a:ahLst/>
              <a:cxnLst/>
              <a:rect l="l" t="t" r="r" b="b"/>
              <a:pathLst>
                <a:path w="2070" h="753" extrusionOk="0">
                  <a:moveTo>
                    <a:pt x="2010" y="1"/>
                  </a:moveTo>
                  <a:cubicBezTo>
                    <a:pt x="1990" y="1"/>
                    <a:pt x="1970" y="11"/>
                    <a:pt x="1958" y="29"/>
                  </a:cubicBezTo>
                  <a:cubicBezTo>
                    <a:pt x="1649" y="428"/>
                    <a:pt x="1332" y="634"/>
                    <a:pt x="1014" y="634"/>
                  </a:cubicBezTo>
                  <a:cubicBezTo>
                    <a:pt x="970" y="634"/>
                    <a:pt x="926" y="630"/>
                    <a:pt x="882" y="623"/>
                  </a:cubicBezTo>
                  <a:cubicBezTo>
                    <a:pt x="428" y="548"/>
                    <a:pt x="140" y="103"/>
                    <a:pt x="122" y="47"/>
                  </a:cubicBezTo>
                  <a:cubicBezTo>
                    <a:pt x="112" y="20"/>
                    <a:pt x="94" y="1"/>
                    <a:pt x="66" y="1"/>
                  </a:cubicBezTo>
                  <a:cubicBezTo>
                    <a:pt x="29" y="1"/>
                    <a:pt x="1" y="29"/>
                    <a:pt x="1" y="57"/>
                  </a:cubicBezTo>
                  <a:cubicBezTo>
                    <a:pt x="1" y="140"/>
                    <a:pt x="289" y="548"/>
                    <a:pt x="697" y="697"/>
                  </a:cubicBezTo>
                  <a:cubicBezTo>
                    <a:pt x="790" y="725"/>
                    <a:pt x="892" y="752"/>
                    <a:pt x="1003" y="752"/>
                  </a:cubicBezTo>
                  <a:cubicBezTo>
                    <a:pt x="1300" y="752"/>
                    <a:pt x="1662" y="604"/>
                    <a:pt x="2051" y="94"/>
                  </a:cubicBezTo>
                  <a:cubicBezTo>
                    <a:pt x="2070" y="66"/>
                    <a:pt x="2060" y="38"/>
                    <a:pt x="2042" y="10"/>
                  </a:cubicBezTo>
                  <a:cubicBezTo>
                    <a:pt x="2032" y="4"/>
                    <a:pt x="2021" y="1"/>
                    <a:pt x="201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219933748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485849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438364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 preserve="1">
  <p:cSld name="Blank slide">
    <p:spTree>
      <p:nvGrpSpPr>
        <p:cNvPr id="1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4667867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preserve="1">
  <p:cSld name="Title only">
    <p:spTree>
      <p:nvGrpSpPr>
        <p:cNvPr id="1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p23"/>
          <p:cNvSpPr txBox="1">
            <a:spLocks noGrp="1"/>
          </p:cNvSpPr>
          <p:nvPr>
            <p:ph type="title"/>
          </p:nvPr>
        </p:nvSpPr>
        <p:spPr>
          <a:xfrm>
            <a:off x="955600" y="681200"/>
            <a:ext cx="10280800" cy="64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9041527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22.xml"/><Relationship Id="rId1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950967" y="593367"/>
            <a:ext cx="102900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950967" y="1536633"/>
            <a:ext cx="102900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○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■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○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■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○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■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58769229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73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  <p:sldLayoutId id="2147483687" r:id="rId14"/>
    <p:sldLayoutId id="2147483688" r:id="rId15"/>
    <p:sldLayoutId id="2147483689" r:id="rId16"/>
    <p:sldLayoutId id="2147483690" r:id="rId17"/>
    <p:sldLayoutId id="2147483691" r:id="rId18"/>
    <p:sldLayoutId id="2147483692" r:id="rId19"/>
    <p:sldLayoutId id="2147483693" r:id="rId20"/>
  </p:sldLayoutIdLst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E2A47"/>
        </a:solidFill>
        <a:effectLst/>
      </p:bgPr>
    </p:bg>
    <p:spTree>
      <p:nvGrpSpPr>
        <p:cNvPr id="1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p21"/>
          <p:cNvSpPr txBox="1">
            <a:spLocks noGrp="1"/>
          </p:cNvSpPr>
          <p:nvPr>
            <p:ph type="title"/>
          </p:nvPr>
        </p:nvSpPr>
        <p:spPr>
          <a:xfrm>
            <a:off x="1424133" y="1244600"/>
            <a:ext cx="9396400" cy="6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702" name="Google Shape;702;p21"/>
          <p:cNvSpPr txBox="1">
            <a:spLocks noGrp="1"/>
          </p:cNvSpPr>
          <p:nvPr>
            <p:ph type="body" idx="1"/>
          </p:nvPr>
        </p:nvSpPr>
        <p:spPr>
          <a:xfrm>
            <a:off x="1424133" y="2260600"/>
            <a:ext cx="9396400" cy="333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190241901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95" r:id="rId1"/>
    <p:sldLayoutId id="2147483696" r:id="rId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5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4.jpeg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4" Type="http://schemas.openxmlformats.org/officeDocument/2006/relationships/hyperlink" Target="https://pixabay.com/photos/driving-car-person-behind-the-wheel-22959/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9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0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exels.com/photo/person-encoding-in-laptop-574071/" TargetMode="External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0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03AC82-F650-BAAE-F72E-343D17415F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7976" y="777410"/>
            <a:ext cx="9354014" cy="2651590"/>
          </a:xfrm>
        </p:spPr>
        <p:txBody>
          <a:bodyPr>
            <a:normAutofit fontScale="92500" lnSpcReduction="20000"/>
          </a:bodyPr>
          <a:lstStyle/>
          <a:p>
            <a:r>
              <a:rPr lang="en-US" sz="1400" dirty="0"/>
              <a:t>Title slide with all names, pictures and website/</a:t>
            </a:r>
            <a:r>
              <a:rPr lang="en-US" sz="1400" dirty="0" err="1"/>
              <a:t>github</a:t>
            </a:r>
            <a:r>
              <a:rPr lang="en-US" sz="1400" dirty="0"/>
              <a:t> </a:t>
            </a:r>
            <a:r>
              <a:rPr lang="en-US" sz="1400" dirty="0" err="1"/>
              <a:t>urls</a:t>
            </a:r>
            <a:r>
              <a:rPr lang="en-US" sz="1400" dirty="0"/>
              <a:t> (10 seconds)</a:t>
            </a:r>
          </a:p>
          <a:p>
            <a:r>
              <a:rPr lang="en-US" sz="1400" dirty="0"/>
              <a:t>Reminder of the project focus (20 seconds)</a:t>
            </a:r>
          </a:p>
          <a:p>
            <a:pPr lvl="1"/>
            <a:r>
              <a:rPr lang="en-US" sz="1400" dirty="0"/>
              <a:t>Daniel</a:t>
            </a:r>
          </a:p>
          <a:p>
            <a:r>
              <a:rPr lang="en-US" sz="1400" dirty="0"/>
              <a:t>Prioritized Sprint Goals (20 seconds)</a:t>
            </a:r>
          </a:p>
          <a:p>
            <a:pPr lvl="1"/>
            <a:r>
              <a:rPr lang="en-US" sz="1400" dirty="0"/>
              <a:t>Daniel</a:t>
            </a:r>
          </a:p>
          <a:p>
            <a:r>
              <a:rPr lang="en-US" sz="1400" dirty="0"/>
              <a:t>Major Sprint achievements/Feedback from Project Sponsor (20 seconds)</a:t>
            </a:r>
          </a:p>
          <a:p>
            <a:pPr lvl="1"/>
            <a:r>
              <a:rPr lang="en-US" sz="1400" dirty="0"/>
              <a:t>Colleen</a:t>
            </a:r>
          </a:p>
          <a:p>
            <a:r>
              <a:rPr lang="en-US" sz="1400" dirty="0"/>
              <a:t>Project Backlog and Sprint Backlog including cyber security related items and assessment (40 seconds)</a:t>
            </a:r>
          </a:p>
          <a:p>
            <a:pPr lvl="1"/>
            <a:r>
              <a:rPr lang="en-US" sz="1400" dirty="0"/>
              <a:t>Ryan</a:t>
            </a:r>
          </a:p>
          <a:p>
            <a:r>
              <a:rPr lang="en-US" sz="1400" dirty="0"/>
              <a:t>What was not completed / Lessons Learned (40 seconds)</a:t>
            </a:r>
          </a:p>
          <a:p>
            <a:pPr lvl="1"/>
            <a:r>
              <a:rPr lang="en-US" sz="1400" dirty="0"/>
              <a:t>Nick</a:t>
            </a:r>
          </a:p>
          <a:p>
            <a:r>
              <a:rPr lang="en-US" sz="1400" dirty="0"/>
              <a:t>Contribution by each team member (2 minutes)</a:t>
            </a:r>
          </a:p>
          <a:p>
            <a:pPr lvl="1"/>
            <a:r>
              <a:rPr lang="en-US" sz="1400" dirty="0"/>
              <a:t>Task breakdown (25 seconds each)</a:t>
            </a:r>
          </a:p>
          <a:p>
            <a:r>
              <a:rPr lang="en-US" sz="1400" dirty="0"/>
              <a:t>Short Video Demo (30 Seconds)</a:t>
            </a:r>
          </a:p>
          <a:p>
            <a:pPr lvl="1"/>
            <a:r>
              <a:rPr lang="en-US" sz="1400" dirty="0"/>
              <a:t>Sam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E6A7856-9516-2B73-A1A9-6A6BCEAF2E6A}"/>
              </a:ext>
            </a:extLst>
          </p:cNvPr>
          <p:cNvSpPr txBox="1"/>
          <p:nvPr/>
        </p:nvSpPr>
        <p:spPr>
          <a:xfrm>
            <a:off x="157976" y="189571"/>
            <a:ext cx="19514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Slide Breakdowns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7CF688-C706-CC0B-DC61-EB1C1A4C0B04}"/>
              </a:ext>
            </a:extLst>
          </p:cNvPr>
          <p:cNvSpPr txBox="1"/>
          <p:nvPr/>
        </p:nvSpPr>
        <p:spPr>
          <a:xfrm>
            <a:off x="157976" y="438856"/>
            <a:ext cx="258711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/>
              <a:t>5 Minute Presentation Time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CF3B4F9-E3CB-A141-8A4E-B334CF8D9454}"/>
              </a:ext>
            </a:extLst>
          </p:cNvPr>
          <p:cNvSpPr txBox="1"/>
          <p:nvPr/>
        </p:nvSpPr>
        <p:spPr>
          <a:xfrm>
            <a:off x="5568698" y="2274848"/>
            <a:ext cx="6623302" cy="487825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900" b="1">
                <a:solidFill>
                  <a:srgbClr val="262626"/>
                </a:solidFill>
                <a:latin typeface="Open Sans"/>
                <a:ea typeface="Open Sans"/>
                <a:cs typeface="Open Sans"/>
              </a:rPr>
              <a:t>print 1 presentation content</a:t>
            </a:r>
          </a:p>
          <a:p>
            <a:endParaRPr lang="en-US" sz="900">
              <a:solidFill>
                <a:srgbClr val="262626"/>
              </a:solidFill>
              <a:latin typeface="Open Sans"/>
              <a:ea typeface="Open Sans"/>
              <a:cs typeface="Open Sans"/>
            </a:endParaRPr>
          </a:p>
          <a:p>
            <a:r>
              <a:rPr lang="en-US" sz="900">
                <a:solidFill>
                  <a:srgbClr val="262626"/>
                </a:solidFill>
                <a:latin typeface="Open Sans"/>
                <a:ea typeface="Open Sans"/>
                <a:cs typeface="Open Sans"/>
              </a:rPr>
              <a:t>◼ Title slide with all names, pictures and website/</a:t>
            </a:r>
            <a:r>
              <a:rPr lang="en-US" sz="900" err="1">
                <a:solidFill>
                  <a:srgbClr val="262626"/>
                </a:solidFill>
                <a:latin typeface="Open Sans"/>
                <a:ea typeface="Open Sans"/>
                <a:cs typeface="Open Sans"/>
              </a:rPr>
              <a:t>github</a:t>
            </a:r>
            <a:r>
              <a:rPr lang="en-US" sz="900">
                <a:solidFill>
                  <a:srgbClr val="262626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en-US" sz="900" err="1">
                <a:solidFill>
                  <a:srgbClr val="262626"/>
                </a:solidFill>
                <a:latin typeface="Open Sans"/>
                <a:ea typeface="Open Sans"/>
                <a:cs typeface="Open Sans"/>
              </a:rPr>
              <a:t>urls</a:t>
            </a:r>
            <a:endParaRPr lang="en-US" sz="900">
              <a:solidFill>
                <a:srgbClr val="262626"/>
              </a:solidFill>
              <a:latin typeface="Open Sans"/>
              <a:ea typeface="Open Sans"/>
              <a:cs typeface="Open Sans"/>
            </a:endParaRPr>
          </a:p>
          <a:p>
            <a:r>
              <a:rPr lang="en-US" sz="900">
                <a:solidFill>
                  <a:srgbClr val="262626"/>
                </a:solidFill>
                <a:latin typeface="Open Sans"/>
                <a:ea typeface="Open Sans"/>
                <a:cs typeface="Open Sans"/>
              </a:rPr>
              <a:t>◼ Reminder of the project focus</a:t>
            </a:r>
          </a:p>
          <a:p>
            <a:r>
              <a:rPr lang="en-US" sz="900">
                <a:solidFill>
                  <a:srgbClr val="262626"/>
                </a:solidFill>
                <a:latin typeface="Open Sans"/>
                <a:ea typeface="Open Sans"/>
                <a:cs typeface="Open Sans"/>
              </a:rPr>
              <a:t>◼ Prioritized Sprint Goals</a:t>
            </a:r>
          </a:p>
          <a:p>
            <a:r>
              <a:rPr lang="en-US" sz="900">
                <a:solidFill>
                  <a:srgbClr val="262626"/>
                </a:solidFill>
                <a:latin typeface="Open Sans"/>
                <a:ea typeface="Open Sans"/>
                <a:cs typeface="Open Sans"/>
              </a:rPr>
              <a:t>◼ Major Sprint achievements/Feedback from Project Sponsor</a:t>
            </a:r>
          </a:p>
          <a:p>
            <a:r>
              <a:rPr lang="en-US" sz="900">
                <a:solidFill>
                  <a:srgbClr val="262626"/>
                </a:solidFill>
                <a:latin typeface="Open Sans"/>
                <a:ea typeface="Open Sans"/>
                <a:cs typeface="Open Sans"/>
              </a:rPr>
              <a:t>◼ Project Backlog and Sprint Backlog including cyber security related items and assessment</a:t>
            </a:r>
          </a:p>
          <a:p>
            <a:r>
              <a:rPr lang="en-US" sz="900">
                <a:solidFill>
                  <a:srgbClr val="262626"/>
                </a:solidFill>
                <a:latin typeface="Open Sans"/>
                <a:ea typeface="Open Sans"/>
                <a:cs typeface="Open Sans"/>
              </a:rPr>
              <a:t>◼ What was not completed (sprint 3 significant remaining work)/Lessons Learned</a:t>
            </a:r>
          </a:p>
          <a:p>
            <a:r>
              <a:rPr lang="en-US" sz="900">
                <a:solidFill>
                  <a:srgbClr val="262626"/>
                </a:solidFill>
                <a:latin typeface="Open Sans"/>
                <a:ea typeface="Open Sans"/>
                <a:cs typeface="Open Sans"/>
              </a:rPr>
              <a:t>◼ AI tool(s) used and how they contributed to your productivity</a:t>
            </a:r>
          </a:p>
          <a:p>
            <a:r>
              <a:rPr lang="en-US" sz="900">
                <a:solidFill>
                  <a:srgbClr val="262626"/>
                </a:solidFill>
                <a:latin typeface="Open Sans"/>
                <a:ea typeface="Open Sans"/>
                <a:cs typeface="Open Sans"/>
              </a:rPr>
              <a:t>◼ Contribution by each team member</a:t>
            </a:r>
          </a:p>
          <a:p>
            <a:r>
              <a:rPr lang="en-US" sz="900">
                <a:solidFill>
                  <a:srgbClr val="262626"/>
                </a:solidFill>
                <a:latin typeface="Open Sans"/>
                <a:ea typeface="Open Sans"/>
                <a:cs typeface="Open Sans"/>
              </a:rPr>
              <a:t>◼ Live Demo of features (Sprint 1 may not have a real demo but a demonstration of what you have so far)</a:t>
            </a:r>
          </a:p>
          <a:p>
            <a:endParaRPr lang="en-US" sz="900">
              <a:solidFill>
                <a:srgbClr val="262626"/>
              </a:solidFill>
              <a:latin typeface="Open Sans"/>
              <a:ea typeface="Open Sans"/>
              <a:cs typeface="Open Sans"/>
            </a:endParaRPr>
          </a:p>
          <a:p>
            <a:endParaRPr lang="en-US" sz="900">
              <a:solidFill>
                <a:srgbClr val="262626"/>
              </a:solidFill>
              <a:latin typeface="Open Sans"/>
              <a:ea typeface="Open Sans"/>
              <a:cs typeface="Open Sans"/>
            </a:endParaRPr>
          </a:p>
          <a:p>
            <a:r>
              <a:rPr lang="en-US" sz="900" b="1">
                <a:solidFill>
                  <a:srgbClr val="262626"/>
                </a:solidFill>
                <a:latin typeface="Open Sans"/>
                <a:ea typeface="Open Sans"/>
                <a:cs typeface="Open Sans"/>
              </a:rPr>
              <a:t>Sprint 1 Submission Checklist</a:t>
            </a:r>
          </a:p>
          <a:p>
            <a:r>
              <a:rPr lang="en-US" sz="900">
                <a:solidFill>
                  <a:srgbClr val="262626"/>
                </a:solidFill>
                <a:latin typeface="Open Sans"/>
                <a:ea typeface="Open Sans"/>
                <a:cs typeface="Open Sans"/>
              </a:rPr>
              <a:t>The following documents should be POSTED on the Project website and submitted via Blackboard:</a:t>
            </a:r>
          </a:p>
          <a:p>
            <a:pPr>
              <a:buFont typeface=""/>
              <a:buAutoNum type="arabicPeriod"/>
            </a:pPr>
            <a:r>
              <a:rPr lang="en-US" sz="900">
                <a:solidFill>
                  <a:srgbClr val="262626"/>
                </a:solidFill>
                <a:latin typeface="Open Sans"/>
                <a:ea typeface="Open Sans"/>
                <a:cs typeface="Open Sans"/>
              </a:rPr>
              <a:t>Project planning document for sprint</a:t>
            </a:r>
          </a:p>
          <a:p>
            <a:pPr>
              <a:buFont typeface=""/>
              <a:buAutoNum type="arabicPeriod"/>
            </a:pPr>
            <a:r>
              <a:rPr lang="en-US" sz="900">
                <a:solidFill>
                  <a:srgbClr val="262626"/>
                </a:solidFill>
                <a:latin typeface="Open Sans"/>
                <a:ea typeface="Open Sans"/>
                <a:cs typeface="Open Sans"/>
              </a:rPr>
              <a:t>Project backlog snapshot</a:t>
            </a:r>
          </a:p>
          <a:p>
            <a:pPr>
              <a:buFont typeface=""/>
              <a:buAutoNum type="arabicPeriod"/>
            </a:pPr>
            <a:r>
              <a:rPr lang="en-US" sz="900">
                <a:solidFill>
                  <a:srgbClr val="262626"/>
                </a:solidFill>
                <a:latin typeface="Open Sans"/>
                <a:ea typeface="Open Sans"/>
                <a:cs typeface="Open Sans"/>
              </a:rPr>
              <a:t>Sprint backlog</a:t>
            </a:r>
          </a:p>
          <a:p>
            <a:pPr>
              <a:buFont typeface=""/>
              <a:buAutoNum type="arabicPeriod"/>
            </a:pPr>
            <a:r>
              <a:rPr lang="en-US" sz="900">
                <a:solidFill>
                  <a:srgbClr val="262626"/>
                </a:solidFill>
                <a:latin typeface="Open Sans"/>
                <a:ea typeface="Open Sans"/>
                <a:cs typeface="Open Sans"/>
              </a:rPr>
              <a:t>Sprint presentation</a:t>
            </a:r>
          </a:p>
          <a:p>
            <a:pPr>
              <a:buFont typeface=""/>
              <a:buAutoNum type="arabicPeriod"/>
            </a:pPr>
            <a:r>
              <a:rPr lang="en-US" sz="900">
                <a:solidFill>
                  <a:srgbClr val="262626"/>
                </a:solidFill>
                <a:latin typeface="Open Sans"/>
                <a:ea typeface="Open Sans"/>
                <a:cs typeface="Open Sans"/>
              </a:rPr>
              <a:t>Scrums documented in discussion group</a:t>
            </a:r>
          </a:p>
          <a:p>
            <a:pPr>
              <a:buFont typeface=""/>
              <a:buAutoNum type="arabicPeriod"/>
            </a:pPr>
            <a:r>
              <a:rPr lang="en-US" sz="900">
                <a:solidFill>
                  <a:srgbClr val="262626"/>
                </a:solidFill>
                <a:latin typeface="Open Sans"/>
                <a:ea typeface="Open Sans"/>
                <a:cs typeface="Open Sans"/>
              </a:rPr>
              <a:t>All source code changes committed to </a:t>
            </a:r>
            <a:r>
              <a:rPr lang="en-US" sz="900" err="1">
                <a:solidFill>
                  <a:srgbClr val="262626"/>
                </a:solidFill>
                <a:latin typeface="Open Sans"/>
                <a:ea typeface="Open Sans"/>
                <a:cs typeface="Open Sans"/>
              </a:rPr>
              <a:t>Github</a:t>
            </a:r>
            <a:endParaRPr lang="en-US" sz="900">
              <a:solidFill>
                <a:srgbClr val="262626"/>
              </a:solidFill>
              <a:latin typeface="Open Sans"/>
              <a:ea typeface="Open Sans"/>
              <a:cs typeface="Open Sans"/>
            </a:endParaRPr>
          </a:p>
          <a:p>
            <a:endParaRPr lang="en-US" sz="900">
              <a:solidFill>
                <a:srgbClr val="262626"/>
              </a:solidFill>
              <a:latin typeface="Open Sans"/>
              <a:ea typeface="Open Sans"/>
              <a:cs typeface="Open Sans"/>
            </a:endParaRPr>
          </a:p>
          <a:p>
            <a:endParaRPr lang="en-US" sz="900">
              <a:solidFill>
                <a:srgbClr val="262626"/>
              </a:solidFill>
              <a:latin typeface="Open Sans"/>
              <a:ea typeface="Open Sans"/>
              <a:cs typeface="Open Sans"/>
            </a:endParaRPr>
          </a:p>
          <a:p>
            <a:r>
              <a:rPr lang="en-US" sz="900">
                <a:solidFill>
                  <a:srgbClr val="262626"/>
                </a:solidFill>
                <a:latin typeface="Open Sans"/>
                <a:ea typeface="Open Sans"/>
                <a:cs typeface="Open Sans"/>
              </a:rPr>
              <a:t>Students will present using submitted slides downloaded from blackboard</a:t>
            </a:r>
          </a:p>
          <a:p>
            <a:r>
              <a:rPr lang="en-US" sz="900">
                <a:solidFill>
                  <a:srgbClr val="262626"/>
                </a:solidFill>
                <a:latin typeface="Open Sans"/>
                <a:ea typeface="Open Sans"/>
                <a:cs typeface="Open Sans"/>
              </a:rPr>
              <a:t>◼ </a:t>
            </a:r>
            <a:r>
              <a:rPr lang="en-US" sz="900" b="1">
                <a:solidFill>
                  <a:srgbClr val="262626"/>
                </a:solidFill>
                <a:latin typeface="Open Sans"/>
                <a:ea typeface="Open Sans"/>
                <a:cs typeface="Open Sans"/>
              </a:rPr>
              <a:t>5 minutes </a:t>
            </a:r>
          </a:p>
          <a:p>
            <a:r>
              <a:rPr lang="en-US" sz="900">
                <a:solidFill>
                  <a:srgbClr val="262626"/>
                </a:solidFill>
                <a:latin typeface="Open Sans"/>
                <a:ea typeface="Open Sans"/>
                <a:cs typeface="Open Sans"/>
              </a:rPr>
              <a:t>◼ Everyone should talk and present their contributions</a:t>
            </a:r>
          </a:p>
          <a:p>
            <a:endParaRPr lang="en-US" sz="900">
              <a:solidFill>
                <a:srgbClr val="262626"/>
              </a:solidFill>
              <a:latin typeface="Open Sans"/>
              <a:ea typeface="Open Sans"/>
              <a:cs typeface="Open Sans"/>
            </a:endParaRPr>
          </a:p>
          <a:p>
            <a:r>
              <a:rPr lang="en-US" sz="900" b="1">
                <a:solidFill>
                  <a:srgbClr val="262626"/>
                </a:solidFill>
                <a:latin typeface="Open Sans"/>
                <a:ea typeface="Open Sans"/>
                <a:cs typeface="Open Sans"/>
              </a:rPr>
              <a:t>Presentation criteria:</a:t>
            </a:r>
          </a:p>
          <a:p>
            <a:r>
              <a:rPr lang="en-US" sz="9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Each rubric is broken into 3 parts. The first is the content. The content of Sprint 1 presentation is listed above. The second part focuses on slides and considers graphics, mechanics and organization. The third part is specific to each person and considers presentation skills (elocution, </a:t>
            </a:r>
            <a:r>
              <a:rPr lang="en-US" sz="900" err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etc</a:t>
            </a:r>
            <a:r>
              <a:rPr lang="en-US" sz="9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) and knowledge. The knowledge part doesn’t always come into play because we don’t have time to ask each person a question. However, sometimes it is clear that a student does not know what is going on with the project</a:t>
            </a: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87218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err="1"/>
              <a:t>Driveability</a:t>
            </a:r>
            <a:br>
              <a:rPr lang="en-US" dirty="0"/>
            </a:br>
            <a:r>
              <a:rPr lang="en-US" dirty="0"/>
              <a:t>Website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50967" y="4542448"/>
            <a:ext cx="5826800" cy="1163566"/>
          </a:xfrm>
        </p:spPr>
        <p:txBody>
          <a:bodyPr/>
          <a:lstStyle/>
          <a:p>
            <a:r>
              <a:rPr lang="en-US" sz="2100" dirty="0"/>
              <a:t>Samuel </a:t>
            </a:r>
            <a:r>
              <a:rPr lang="en-US" sz="2100" dirty="0" err="1"/>
              <a:t>Wisnoff</a:t>
            </a:r>
            <a:r>
              <a:rPr lang="en-US" sz="2100"/>
              <a:t>, Colleen Grimshaw,</a:t>
            </a:r>
            <a:endParaRPr lang="en-US" dirty="0"/>
          </a:p>
          <a:p>
            <a:r>
              <a:rPr lang="en-US" sz="2100"/>
              <a:t>Nicholas Yeager, Ryan Douglas,</a:t>
            </a:r>
          </a:p>
          <a:p>
            <a:r>
              <a:rPr lang="en-US" sz="2100"/>
              <a:t>Daniel </a:t>
            </a:r>
            <a:r>
              <a:rPr lang="en-US" sz="2100" dirty="0"/>
              <a:t>Szurek</a:t>
            </a:r>
            <a:r>
              <a:rPr lang="en-US" sz="2100"/>
              <a:t> 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Placeholder 3" descr="A person in a suit and tie&#10;&#10;AI-generated content may be incorrect.">
            <a:extLst>
              <a:ext uri="{FF2B5EF4-FFF2-40B4-BE49-F238E27FC236}">
                <a16:creationId xmlns:a16="http://schemas.microsoft.com/office/drawing/2014/main" id="{70E56259-E553-B4C9-FA4B-8B12735E24F6}"/>
              </a:ext>
            </a:extLst>
          </p:cNvPr>
          <p:cNvPicPr>
            <a:picLocks noGrp="1" noChangeAspect="1"/>
          </p:cNvPicPr>
          <p:nvPr>
            <p:ph type="pic" idx="2"/>
          </p:nvPr>
        </p:nvPicPr>
        <p:blipFill>
          <a:blip r:embed="rId3"/>
          <a:srcRect t="606" b="-202"/>
          <a:stretch>
            <a:fillRect/>
          </a:stretch>
        </p:blipFill>
        <p:spPr>
          <a:xfrm>
            <a:off x="394726" y="1716627"/>
            <a:ext cx="2135839" cy="2313693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2484187B-429C-D25E-AE3C-6EE17C1A30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2433" y="4145092"/>
            <a:ext cx="1379382" cy="763600"/>
          </a:xfrm>
        </p:spPr>
        <p:txBody>
          <a:bodyPr/>
          <a:lstStyle/>
          <a:p>
            <a:pPr algn="l"/>
            <a:r>
              <a:rPr lang="en-US" sz="2400"/>
              <a:t>Nicholas Yeager </a:t>
            </a:r>
          </a:p>
        </p:txBody>
      </p:sp>
      <p:pic>
        <p:nvPicPr>
          <p:cNvPr id="2" name="Picture 1" descr="Headshot_Colleen.png">
            <a:extLst>
              <a:ext uri="{FF2B5EF4-FFF2-40B4-BE49-F238E27FC236}">
                <a16:creationId xmlns:a16="http://schemas.microsoft.com/office/drawing/2014/main" id="{CD7F1F94-049A-D06D-E80A-3F47AFC01EA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424" r="10631" b="-340"/>
          <a:stretch>
            <a:fillRect/>
          </a:stretch>
        </p:blipFill>
        <p:spPr>
          <a:xfrm>
            <a:off x="2708646" y="1716627"/>
            <a:ext cx="2102950" cy="2313693"/>
          </a:xfrm>
          <a:prstGeom prst="rect">
            <a:avLst/>
          </a:prstGeom>
        </p:spPr>
      </p:pic>
      <p:pic>
        <p:nvPicPr>
          <p:cNvPr id="6" name="Picture 5" descr="A person smiling with his arms around his shoulder&#10;&#10;AI-generated content may be incorrect.">
            <a:extLst>
              <a:ext uri="{FF2B5EF4-FFF2-40B4-BE49-F238E27FC236}">
                <a16:creationId xmlns:a16="http://schemas.microsoft.com/office/drawing/2014/main" id="{925089E2-0D3C-A3F5-2B9E-32928E51BDE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88965" y="1700999"/>
            <a:ext cx="2214069" cy="2310622"/>
          </a:xfrm>
          <a:prstGeom prst="rect">
            <a:avLst/>
          </a:prstGeom>
        </p:spPr>
      </p:pic>
      <p:sp>
        <p:nvSpPr>
          <p:cNvPr id="8" name="Title 2">
            <a:extLst>
              <a:ext uri="{FF2B5EF4-FFF2-40B4-BE49-F238E27FC236}">
                <a16:creationId xmlns:a16="http://schemas.microsoft.com/office/drawing/2014/main" id="{CBD5280A-3939-433F-4F46-604CE98AF3CC}"/>
              </a:ext>
            </a:extLst>
          </p:cNvPr>
          <p:cNvSpPr txBox="1">
            <a:spLocks/>
          </p:cNvSpPr>
          <p:nvPr/>
        </p:nvSpPr>
        <p:spPr>
          <a:xfrm>
            <a:off x="2936883" y="4145092"/>
            <a:ext cx="1646475" cy="77145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marR="0" lvl="1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marR="0" lvl="2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marR="0" lvl="3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marR="0" lvl="4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marR="0" lvl="5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marR="0" lvl="6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marR="0" lvl="7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marR="0" lvl="8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pPr algn="l"/>
            <a:r>
              <a:rPr lang="en-US" sz="2400"/>
              <a:t>Colleen Grimshaw</a:t>
            </a:r>
          </a:p>
        </p:txBody>
      </p:sp>
      <p:sp>
        <p:nvSpPr>
          <p:cNvPr id="10" name="Title 2">
            <a:extLst>
              <a:ext uri="{FF2B5EF4-FFF2-40B4-BE49-F238E27FC236}">
                <a16:creationId xmlns:a16="http://schemas.microsoft.com/office/drawing/2014/main" id="{5E8CB75E-D631-FC83-093B-3D1516EB3336}"/>
              </a:ext>
            </a:extLst>
          </p:cNvPr>
          <p:cNvSpPr txBox="1">
            <a:spLocks/>
          </p:cNvSpPr>
          <p:nvPr/>
        </p:nvSpPr>
        <p:spPr>
          <a:xfrm>
            <a:off x="5449514" y="4162223"/>
            <a:ext cx="1292970" cy="763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marR="0" lvl="1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marR="0" lvl="2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marR="0" lvl="3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marR="0" lvl="4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marR="0" lvl="5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marR="0" lvl="6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marR="0" lvl="7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marR="0" lvl="8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pPr algn="l"/>
            <a:r>
              <a:rPr lang="en-US" sz="2400"/>
              <a:t>Samuel </a:t>
            </a:r>
            <a:r>
              <a:rPr lang="en-US" sz="2400" err="1"/>
              <a:t>Wisnoff</a:t>
            </a:r>
            <a:r>
              <a:rPr lang="en-US" sz="2400"/>
              <a:t>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613D64E-5496-8AE3-638C-FB3FD4AB330F}"/>
              </a:ext>
            </a:extLst>
          </p:cNvPr>
          <p:cNvSpPr txBox="1"/>
          <p:nvPr/>
        </p:nvSpPr>
        <p:spPr>
          <a:xfrm>
            <a:off x="396859" y="6270715"/>
            <a:ext cx="7390637" cy="307777"/>
          </a:xfrm>
          <a:prstGeom prst="rect">
            <a:avLst/>
          </a:prstGeom>
          <a:solidFill>
            <a:schemeClr val="accent2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latin typeface="Open Sans"/>
                <a:ea typeface="Open Sans"/>
                <a:cs typeface="Open Sans"/>
              </a:rPr>
              <a:t>Website URL</a:t>
            </a:r>
            <a:r>
              <a:rPr lang="en-US">
                <a:latin typeface="Open Sans"/>
                <a:ea typeface="Open Sans"/>
                <a:cs typeface="Open Sans"/>
              </a:rPr>
              <a:t>: https://driveabilitycapstone.netlify.app/</a:t>
            </a:r>
          </a:p>
        </p:txBody>
      </p:sp>
      <p:pic>
        <p:nvPicPr>
          <p:cNvPr id="7" name="Picture 6" descr="A person with glasses and mustache&#10;&#10;AI-generated content may be incorrect.">
            <a:extLst>
              <a:ext uri="{FF2B5EF4-FFF2-40B4-BE49-F238E27FC236}">
                <a16:creationId xmlns:a16="http://schemas.microsoft.com/office/drawing/2014/main" id="{F3CBAF71-6640-3BC4-7766-6B5BE307827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0403" y="1700999"/>
            <a:ext cx="2310622" cy="2310622"/>
          </a:xfrm>
          <a:prstGeom prst="rect">
            <a:avLst/>
          </a:prstGeom>
        </p:spPr>
      </p:pic>
      <p:sp>
        <p:nvSpPr>
          <p:cNvPr id="9" name="Title 2">
            <a:extLst>
              <a:ext uri="{FF2B5EF4-FFF2-40B4-BE49-F238E27FC236}">
                <a16:creationId xmlns:a16="http://schemas.microsoft.com/office/drawing/2014/main" id="{FCBFAC04-8112-B8FA-31BD-1732B977798B}"/>
              </a:ext>
            </a:extLst>
          </p:cNvPr>
          <p:cNvSpPr txBox="1">
            <a:spLocks/>
          </p:cNvSpPr>
          <p:nvPr/>
        </p:nvSpPr>
        <p:spPr>
          <a:xfrm>
            <a:off x="7889229" y="4145092"/>
            <a:ext cx="1292970" cy="763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marR="0" lvl="1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marR="0" lvl="2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marR="0" lvl="3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marR="0" lvl="4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marR="0" lvl="5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marR="0" lvl="6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marR="0" lvl="7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marR="0" lvl="8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pPr algn="l"/>
            <a:r>
              <a:rPr lang="en-US" sz="2400"/>
              <a:t>Daniel Szurek</a:t>
            </a:r>
          </a:p>
        </p:txBody>
      </p:sp>
      <p:sp>
        <p:nvSpPr>
          <p:cNvPr id="12" name="Title 2">
            <a:extLst>
              <a:ext uri="{FF2B5EF4-FFF2-40B4-BE49-F238E27FC236}">
                <a16:creationId xmlns:a16="http://schemas.microsoft.com/office/drawing/2014/main" id="{048FBCC4-F621-272A-0F31-808432B29F80}"/>
              </a:ext>
            </a:extLst>
          </p:cNvPr>
          <p:cNvSpPr txBox="1">
            <a:spLocks/>
          </p:cNvSpPr>
          <p:nvPr/>
        </p:nvSpPr>
        <p:spPr>
          <a:xfrm>
            <a:off x="10328944" y="4162223"/>
            <a:ext cx="1292970" cy="763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marR="0" lvl="1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marR="0" lvl="2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marR="0" lvl="3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marR="0" lvl="4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marR="0" lvl="5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marR="0" lvl="6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marR="0" lvl="7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marR="0" lvl="8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pPr algn="l"/>
            <a:r>
              <a:rPr lang="en-US" sz="2400"/>
              <a:t>Ryan Douglas</a:t>
            </a:r>
          </a:p>
        </p:txBody>
      </p:sp>
      <p:pic>
        <p:nvPicPr>
          <p:cNvPr id="5" name="Picture 4" descr="A couple of men in suits&#10;&#10;AI-generated content may be incorrect.">
            <a:extLst>
              <a:ext uri="{FF2B5EF4-FFF2-40B4-BE49-F238E27FC236}">
                <a16:creationId xmlns:a16="http://schemas.microsoft.com/office/drawing/2014/main" id="{5CE0F53B-92DF-B42E-3B8C-602691A5F22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344" t="18001" r="50221" b="47266"/>
          <a:stretch>
            <a:fillRect/>
          </a:stretch>
        </p:blipFill>
        <p:spPr>
          <a:xfrm>
            <a:off x="9820118" y="1735326"/>
            <a:ext cx="2310622" cy="229499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30FF3592-8C11-C7C1-9CA9-3E7000351CE6}"/>
              </a:ext>
            </a:extLst>
          </p:cNvPr>
          <p:cNvSpPr txBox="1"/>
          <p:nvPr/>
        </p:nvSpPr>
        <p:spPr>
          <a:xfrm>
            <a:off x="1988130" y="392025"/>
            <a:ext cx="6426420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53226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464913D-BA69-5DBE-F1C8-83FC9A2AB4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50967" y="2534484"/>
            <a:ext cx="5742000" cy="2643600"/>
          </a:xfrm>
        </p:spPr>
        <p:txBody>
          <a:bodyPr wrap="square" anchor="t">
            <a:normAutofit/>
          </a:bodyPr>
          <a:lstStyle/>
          <a:p>
            <a:pPr marL="203195" indent="0">
              <a:spcAft>
                <a:spcPts val="600"/>
              </a:spcAft>
              <a:buNone/>
            </a:pPr>
            <a:r>
              <a:rPr lang="en-US" sz="1800" b="1"/>
              <a:t>Develop a website that acts as a forum and guide for impaired individuals looking for a comprehensive resource on driving with physical impairments.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4DD22A4-1B95-2297-8A72-EC839B538B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0967" y="1679916"/>
            <a:ext cx="5742000" cy="854801"/>
          </a:xfrm>
        </p:spPr>
        <p:txBody>
          <a:bodyPr wrap="square" anchor="b">
            <a:normAutofit/>
          </a:bodyPr>
          <a:lstStyle/>
          <a:p>
            <a:r>
              <a:rPr lang="en-US" dirty="0"/>
              <a:t>Project Focus</a:t>
            </a:r>
          </a:p>
        </p:txBody>
      </p:sp>
      <p:pic>
        <p:nvPicPr>
          <p:cNvPr id="17" name="Picture Placeholder 16" descr="A person driving a car&#10;&#10;AI-generated content may be incorrect.">
            <a:extLst>
              <a:ext uri="{FF2B5EF4-FFF2-40B4-BE49-F238E27FC236}">
                <a16:creationId xmlns:a16="http://schemas.microsoft.com/office/drawing/2014/main" id="{08E8F0AB-6DC2-96E6-7B97-7945DF08CCB0}"/>
              </a:ext>
            </a:extLst>
          </p:cNvPr>
          <p:cNvPicPr>
            <a:picLocks noGrp="1" noChangeAspect="1"/>
          </p:cNvPicPr>
          <p:nvPr>
            <p:ph type="pic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l="14603" r="14603"/>
          <a:stretch>
            <a:fillRect/>
          </a:stretch>
        </p:blipFill>
        <p:spPr>
          <a:xfrm>
            <a:off x="6692900" y="1287463"/>
            <a:ext cx="4548188" cy="4283075"/>
          </a:xfrm>
        </p:spPr>
      </p:pic>
    </p:spTree>
    <p:extLst>
      <p:ext uri="{BB962C8B-B14F-4D97-AF65-F5344CB8AC3E}">
        <p14:creationId xmlns:p14="http://schemas.microsoft.com/office/powerpoint/2010/main" val="20465028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9D5BE62-E5D4-480B-D282-8CBDF1B531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0967" y="593367"/>
            <a:ext cx="10290000" cy="763600"/>
          </a:xfrm>
        </p:spPr>
        <p:txBody>
          <a:bodyPr wrap="square" anchor="t">
            <a:normAutofit/>
          </a:bodyPr>
          <a:lstStyle/>
          <a:p>
            <a:r>
              <a:rPr lang="en-US" dirty="0"/>
              <a:t>Sprint 1 Goals</a:t>
            </a:r>
          </a:p>
        </p:txBody>
      </p:sp>
      <p:graphicFrame>
        <p:nvGraphicFramePr>
          <p:cNvPr id="7" name="Text Placeholder 1">
            <a:extLst>
              <a:ext uri="{FF2B5EF4-FFF2-40B4-BE49-F238E27FC236}">
                <a16:creationId xmlns:a16="http://schemas.microsoft.com/office/drawing/2014/main" id="{77A8A6B5-0794-C3A2-9C8B-578A7C54423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5478718"/>
              </p:ext>
            </p:extLst>
          </p:nvPr>
        </p:nvGraphicFramePr>
        <p:xfrm>
          <a:off x="950967" y="1536633"/>
          <a:ext cx="10290000" cy="4555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449836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3">
            <a:extLst>
              <a:ext uri="{FF2B5EF4-FFF2-40B4-BE49-F238E27FC236}">
                <a16:creationId xmlns:a16="http://schemas.microsoft.com/office/drawing/2014/main" id="{F4CE4746-C33D-1710-47C7-0E5E7106B311}"/>
              </a:ext>
            </a:extLst>
          </p:cNvPr>
          <p:cNvSpPr>
            <a:spLocks noGrp="1"/>
          </p:cNvSpPr>
          <p:nvPr>
            <p:ph type="subTitle" idx="2"/>
          </p:nvPr>
        </p:nvSpPr>
        <p:spPr>
          <a:xfrm>
            <a:off x="960000" y="2436994"/>
            <a:ext cx="4321747" cy="3085873"/>
          </a:xfrm>
        </p:spPr>
        <p:txBody>
          <a:bodyPr/>
          <a:lstStyle/>
          <a:p>
            <a:pPr marL="488950" indent="-285750">
              <a:buFont typeface="Arial"/>
              <a:buChar char="•"/>
            </a:pPr>
            <a:r>
              <a:rPr lang="en-US" sz="1600" dirty="0"/>
              <a:t>Created frontend functionality for admin management capabilities</a:t>
            </a:r>
            <a:endParaRPr lang="en-US" dirty="0"/>
          </a:p>
          <a:p>
            <a:pPr marL="946150" lvl="1" indent="-285750" algn="l">
              <a:buFont typeface="Courier New"/>
              <a:buChar char="o"/>
            </a:pPr>
            <a:r>
              <a:rPr lang="en-US" sz="1600" dirty="0"/>
              <a:t>Can approve user accounts</a:t>
            </a:r>
          </a:p>
          <a:p>
            <a:pPr marL="203200" indent="0"/>
            <a:endParaRPr lang="en-US" sz="1600" dirty="0"/>
          </a:p>
          <a:p>
            <a:pPr marL="488950" indent="-285750">
              <a:buFont typeface="Arial"/>
              <a:buChar char="•"/>
            </a:pPr>
            <a:r>
              <a:rPr lang="en-US" sz="1600" dirty="0"/>
              <a:t>Improved frontend functionality for user profile</a:t>
            </a:r>
            <a:endParaRPr lang="en-US" dirty="0"/>
          </a:p>
          <a:p>
            <a:pPr marL="946150" lvl="1" indent="-285750" algn="l">
              <a:buFont typeface="Courier New"/>
              <a:buChar char="o"/>
            </a:pPr>
            <a:r>
              <a:rPr lang="en-US" sz="1600" dirty="0"/>
              <a:t>Add and edit personal information</a:t>
            </a:r>
          </a:p>
          <a:p>
            <a:pPr marL="203200" indent="0"/>
            <a:endParaRPr lang="en-US" sz="1600" dirty="0"/>
          </a:p>
          <a:p>
            <a:pPr marL="488950" indent="-285750">
              <a:buFont typeface="Arial"/>
              <a:buChar char="•"/>
            </a:pPr>
            <a:r>
              <a:rPr lang="en-US" sz="1600" dirty="0"/>
              <a:t>On pace based on pre-determined Sponsor Sprint 1 expectations</a:t>
            </a:r>
            <a:endParaRPr lang="en-US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EFD273BB-EAC5-1142-7B67-F9955D4E6BDA}"/>
              </a:ext>
            </a:extLst>
          </p:cNvPr>
          <p:cNvSpPr>
            <a:spLocks noGrp="1"/>
          </p:cNvSpPr>
          <p:nvPr>
            <p:ph type="subTitle" idx="3"/>
          </p:nvPr>
        </p:nvSpPr>
        <p:spPr>
          <a:xfrm>
            <a:off x="960000" y="1690842"/>
            <a:ext cx="3656000" cy="745200"/>
          </a:xfrm>
        </p:spPr>
        <p:txBody>
          <a:bodyPr/>
          <a:lstStyle/>
          <a:p>
            <a:pPr algn="ctr"/>
            <a:r>
              <a:rPr lang="en-US" dirty="0"/>
              <a:t>Achievements</a:t>
            </a: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BC79FFE3-8588-DA3D-4167-6E1ED5A5B4DA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6099549" y="1690842"/>
            <a:ext cx="3656000" cy="745200"/>
          </a:xfrm>
        </p:spPr>
        <p:txBody>
          <a:bodyPr/>
          <a:lstStyle/>
          <a:p>
            <a:pPr algn="ctr"/>
            <a:r>
              <a:rPr lang="en-US"/>
              <a:t>Sponsor Feedback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2A66E27-F658-CE4E-82E6-2ABC9B9AC2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/>
              <a:t>Sprint Achievements and Sponsor Feedback</a:t>
            </a:r>
          </a:p>
        </p:txBody>
      </p:sp>
      <p:sp>
        <p:nvSpPr>
          <p:cNvPr id="8" name="Subtitle 3">
            <a:extLst>
              <a:ext uri="{FF2B5EF4-FFF2-40B4-BE49-F238E27FC236}">
                <a16:creationId xmlns:a16="http://schemas.microsoft.com/office/drawing/2014/main" id="{02076A71-3736-DAB3-2F84-8000DB9DC63F}"/>
              </a:ext>
            </a:extLst>
          </p:cNvPr>
          <p:cNvSpPr txBox="1">
            <a:spLocks/>
          </p:cNvSpPr>
          <p:nvPr/>
        </p:nvSpPr>
        <p:spPr>
          <a:xfrm>
            <a:off x="6101495" y="2436994"/>
            <a:ext cx="4321747" cy="30858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048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048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048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048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048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048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048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048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608965" indent="-405765">
              <a:buFont typeface="Arial,Sans-Serif"/>
              <a:buChar char="•"/>
            </a:pPr>
            <a:r>
              <a:rPr lang="en-US" sz="1600"/>
              <a:t>Decided to add a resources section</a:t>
            </a:r>
            <a:endParaRPr lang="en-US" sz="1600">
              <a:solidFill>
                <a:srgbClr val="191919"/>
              </a:solidFill>
            </a:endParaRPr>
          </a:p>
          <a:p>
            <a:pPr marL="1066165" lvl="1" indent="-405765" algn="l">
              <a:buFont typeface="Courier New"/>
              <a:buChar char="o"/>
            </a:pPr>
            <a:r>
              <a:rPr lang="en-US" sz="1600">
                <a:solidFill>
                  <a:srgbClr val="191919"/>
                </a:solidFill>
              </a:rPr>
              <a:t>Pull articles from approved sources</a:t>
            </a:r>
          </a:p>
          <a:p>
            <a:pPr>
              <a:buFont typeface="Arial"/>
              <a:buChar char="•"/>
            </a:pPr>
            <a:endParaRPr lang="en-US" sz="1600">
              <a:solidFill>
                <a:srgbClr val="444444"/>
              </a:solidFill>
            </a:endParaRPr>
          </a:p>
          <a:p>
            <a:pPr marL="608965" indent="-405765">
              <a:buFont typeface="Arial,Sans-Serif"/>
              <a:buChar char="•"/>
            </a:pPr>
            <a:r>
              <a:rPr lang="en-US" sz="1600"/>
              <a:t>Need way for promotion of users to admin</a:t>
            </a:r>
            <a:endParaRPr lang="en-US" sz="1600">
              <a:solidFill>
                <a:srgbClr val="444444"/>
              </a:solidFill>
            </a:endParaRPr>
          </a:p>
          <a:p>
            <a:pPr>
              <a:buFont typeface="Arial"/>
              <a:buChar char="•"/>
            </a:pPr>
            <a:endParaRPr lang="en-US" sz="1600">
              <a:solidFill>
                <a:srgbClr val="444444"/>
              </a:solidFill>
            </a:endParaRPr>
          </a:p>
          <a:p>
            <a:pPr marL="608965" indent="-405765">
              <a:buFont typeface="Arial,Sans-Serif"/>
              <a:buChar char="•"/>
            </a:pPr>
            <a:r>
              <a:rPr lang="en-US" sz="1600">
                <a:solidFill>
                  <a:srgbClr val="191919"/>
                </a:solidFill>
              </a:rPr>
              <a:t>Future focus on Security</a:t>
            </a:r>
          </a:p>
          <a:p>
            <a:pPr marL="1066165" lvl="1" indent="-405765" algn="l">
              <a:buFont typeface="Courier New"/>
              <a:buChar char="o"/>
            </a:pPr>
            <a:r>
              <a:rPr lang="en-US" sz="1600">
                <a:solidFill>
                  <a:srgbClr val="191919"/>
                </a:solidFill>
              </a:rPr>
              <a:t>Remove bad actors</a:t>
            </a:r>
          </a:p>
          <a:p>
            <a:pPr>
              <a:buFont typeface="Arial"/>
              <a:buChar char="•"/>
            </a:pPr>
            <a:endParaRPr lang="en-US" sz="1600">
              <a:solidFill>
                <a:srgbClr val="444444"/>
              </a:solidFill>
            </a:endParaRPr>
          </a:p>
          <a:p>
            <a:pPr marL="488950" indent="-285750">
              <a:buFont typeface="Arial"/>
              <a:buChar char="•"/>
            </a:pPr>
            <a:endParaRPr lang="en-US" sz="1600">
              <a:solidFill>
                <a:srgbClr val="19191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6986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AF0B1D4-79B5-2EAD-FABF-471299A7EF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0000" y="1620999"/>
            <a:ext cx="3116054" cy="2995605"/>
          </a:xfrm>
        </p:spPr>
        <p:txBody>
          <a:bodyPr/>
          <a:lstStyle/>
          <a:p>
            <a:pPr marL="608965" indent="-405765"/>
            <a:r>
              <a:rPr lang="en-US" sz="1600" dirty="0"/>
              <a:t>55 Total Remaining Tasks</a:t>
            </a:r>
          </a:p>
          <a:p>
            <a:pPr marL="608965" indent="-405765"/>
            <a:endParaRPr lang="en-US" sz="1600" dirty="0"/>
          </a:p>
          <a:p>
            <a:pPr marL="608965" indent="-405765"/>
            <a:r>
              <a:rPr lang="en-US" sz="1600" dirty="0"/>
              <a:t>Due to the additional scope of the resources page, our remaining tasks have a heavy emphasis on Frontend I features.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0AB6BBF-33D2-7CF1-8B7E-06FA7015E3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Project Backlog</a:t>
            </a: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A8FCB23C-4B18-83DE-51CF-BB0153CF654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28456887"/>
              </p:ext>
            </p:extLst>
          </p:nvPr>
        </p:nvGraphicFramePr>
        <p:xfrm>
          <a:off x="3698193" y="722233"/>
          <a:ext cx="8030427" cy="535361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9659054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35D5179-D249-2468-2664-217DC2F07B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0000" y="1621000"/>
            <a:ext cx="3703440" cy="2932712"/>
          </a:xfrm>
        </p:spPr>
        <p:txBody>
          <a:bodyPr/>
          <a:lstStyle/>
          <a:p>
            <a:r>
              <a:rPr lang="en-US" sz="1600" dirty="0"/>
              <a:t>Tasks have shifted in scope over the course of the sprint to align with stakeholder priorities</a:t>
            </a:r>
            <a:br>
              <a:rPr lang="en-US" sz="1600" dirty="0"/>
            </a:br>
            <a:endParaRPr lang="en-US" sz="1600" dirty="0"/>
          </a:p>
          <a:p>
            <a:r>
              <a:rPr lang="en-US" sz="1600" dirty="0"/>
              <a:t>Thus, 6 out of 25 Sprint 1Tasks have been shifted to Sprint 2</a:t>
            </a:r>
          </a:p>
          <a:p>
            <a:endParaRPr lang="en-US" sz="16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821644E-06B4-7AA8-9F2F-CB743170DD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Sprint Backlog</a:t>
            </a:r>
          </a:p>
        </p:txBody>
      </p:sp>
      <p:pic>
        <p:nvPicPr>
          <p:cNvPr id="6" name="Picture 5" descr="A screenshot of a black screen&#10;&#10;AI-generated content may be incorrect.">
            <a:extLst>
              <a:ext uri="{FF2B5EF4-FFF2-40B4-BE49-F238E27FC236}">
                <a16:creationId xmlns:a16="http://schemas.microsoft.com/office/drawing/2014/main" id="{496359EF-D1AB-E2F0-A6B3-7444073658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3984" y="676783"/>
            <a:ext cx="3934942" cy="5504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13252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91946EB-0105-BBCF-CC64-07004A4A29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Cybersecurity Considerations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D01C8464-E24C-69DB-028C-34C336464174}"/>
              </a:ext>
            </a:extLst>
          </p:cNvPr>
          <p:cNvGrpSpPr/>
          <p:nvPr/>
        </p:nvGrpSpPr>
        <p:grpSpPr>
          <a:xfrm>
            <a:off x="743919" y="1987452"/>
            <a:ext cx="3270142" cy="2716966"/>
            <a:chOff x="743919" y="1994519"/>
            <a:chExt cx="3270142" cy="2716966"/>
          </a:xfrm>
        </p:grpSpPr>
        <p:sp>
          <p:nvSpPr>
            <p:cNvPr id="12" name="Rounded Rectangle 11">
              <a:extLst>
                <a:ext uri="{FF2B5EF4-FFF2-40B4-BE49-F238E27FC236}">
                  <a16:creationId xmlns:a16="http://schemas.microsoft.com/office/drawing/2014/main" id="{FC827C82-DC52-DE0B-6271-99B0C57ECFDE}"/>
                </a:ext>
              </a:extLst>
            </p:cNvPr>
            <p:cNvSpPr/>
            <p:nvPr/>
          </p:nvSpPr>
          <p:spPr>
            <a:xfrm>
              <a:off x="743919" y="1994519"/>
              <a:ext cx="3223647" cy="2716966"/>
            </a:xfrm>
            <a:prstGeom prst="roundRect">
              <a:avLst/>
            </a:prstGeom>
            <a:ln w="38100"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20EE5D42-AF50-DDBF-DA57-211429665811}"/>
                </a:ext>
              </a:extLst>
            </p:cNvPr>
            <p:cNvSpPr txBox="1"/>
            <p:nvPr/>
          </p:nvSpPr>
          <p:spPr>
            <a:xfrm>
              <a:off x="897207" y="2739719"/>
              <a:ext cx="3007566" cy="18158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Input Sanitization</a:t>
              </a:r>
            </a:p>
            <a:p>
              <a:endParaRPr lang="en-US" sz="1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  <a:p>
              <a:r>
                <a:rPr lang="en-US" sz="16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Cross Site Scripting</a:t>
              </a:r>
            </a:p>
            <a:p>
              <a:endParaRPr lang="en-US" sz="1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  <a:p>
              <a:r>
                <a:rPr lang="en-US" sz="16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CSRF</a:t>
              </a:r>
            </a:p>
            <a:p>
              <a:endParaRPr lang="en-US" sz="1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  <a:p>
              <a:r>
                <a:rPr lang="en-US" sz="16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Token Based Attacks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B97DBB37-9EA4-1A79-FD70-1C10FBBE4934}"/>
                </a:ext>
              </a:extLst>
            </p:cNvPr>
            <p:cNvSpPr txBox="1"/>
            <p:nvPr/>
          </p:nvSpPr>
          <p:spPr>
            <a:xfrm>
              <a:off x="790414" y="2171127"/>
              <a:ext cx="322364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/>
                <a:t>Biggest Hazards</a:t>
              </a: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3190C904-B09B-B9A0-CCBD-69BB233E92F4}"/>
              </a:ext>
            </a:extLst>
          </p:cNvPr>
          <p:cNvGrpSpPr/>
          <p:nvPr/>
        </p:nvGrpSpPr>
        <p:grpSpPr>
          <a:xfrm>
            <a:off x="4562960" y="1987452"/>
            <a:ext cx="3270142" cy="2716966"/>
            <a:chOff x="4708902" y="1994519"/>
            <a:chExt cx="3270142" cy="2716966"/>
          </a:xfrm>
        </p:grpSpPr>
        <p:sp>
          <p:nvSpPr>
            <p:cNvPr id="20" name="Rounded Rectangle 19">
              <a:extLst>
                <a:ext uri="{FF2B5EF4-FFF2-40B4-BE49-F238E27FC236}">
                  <a16:creationId xmlns:a16="http://schemas.microsoft.com/office/drawing/2014/main" id="{43F24ED9-1AB7-73FA-BC63-27462900ED73}"/>
                </a:ext>
              </a:extLst>
            </p:cNvPr>
            <p:cNvSpPr/>
            <p:nvPr/>
          </p:nvSpPr>
          <p:spPr>
            <a:xfrm>
              <a:off x="4708902" y="1994519"/>
              <a:ext cx="3223647" cy="2716966"/>
            </a:xfrm>
            <a:prstGeom prst="roundRect">
              <a:avLst/>
            </a:prstGeom>
            <a:ln w="38100"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A88C23CB-CD73-6C0C-36B4-FF9A9ED8DA1B}"/>
                </a:ext>
              </a:extLst>
            </p:cNvPr>
            <p:cNvSpPr txBox="1"/>
            <p:nvPr/>
          </p:nvSpPr>
          <p:spPr>
            <a:xfrm>
              <a:off x="4862190" y="2739719"/>
              <a:ext cx="3007566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JSON Web Tokens to authorize users</a:t>
              </a:r>
            </a:p>
            <a:p>
              <a:endParaRPr lang="en-US" sz="1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  <a:p>
              <a:r>
                <a:rPr lang="en-US" sz="16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All API calls pass through middleware to authorize the users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292112B8-0404-F50A-652F-540E3DE4FBFD}"/>
                </a:ext>
              </a:extLst>
            </p:cNvPr>
            <p:cNvSpPr txBox="1"/>
            <p:nvPr/>
          </p:nvSpPr>
          <p:spPr>
            <a:xfrm>
              <a:off x="4755397" y="2171127"/>
              <a:ext cx="322364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/>
                <a:t>Current Protections</a:t>
              </a: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5C8B13C5-3AC2-8CF9-CF16-032D33698FC1}"/>
              </a:ext>
            </a:extLst>
          </p:cNvPr>
          <p:cNvGrpSpPr/>
          <p:nvPr/>
        </p:nvGrpSpPr>
        <p:grpSpPr>
          <a:xfrm>
            <a:off x="8382001" y="1987452"/>
            <a:ext cx="3270142" cy="2716966"/>
            <a:chOff x="8382001" y="1980385"/>
            <a:chExt cx="3270142" cy="2716966"/>
          </a:xfrm>
        </p:grpSpPr>
        <p:sp>
          <p:nvSpPr>
            <p:cNvPr id="23" name="Rounded Rectangle 22">
              <a:extLst>
                <a:ext uri="{FF2B5EF4-FFF2-40B4-BE49-F238E27FC236}">
                  <a16:creationId xmlns:a16="http://schemas.microsoft.com/office/drawing/2014/main" id="{89666953-5924-43C0-8FEC-83E7FC6451E7}"/>
                </a:ext>
              </a:extLst>
            </p:cNvPr>
            <p:cNvSpPr/>
            <p:nvPr/>
          </p:nvSpPr>
          <p:spPr>
            <a:xfrm>
              <a:off x="8382001" y="1980385"/>
              <a:ext cx="3223647" cy="2716966"/>
            </a:xfrm>
            <a:prstGeom prst="roundRect">
              <a:avLst/>
            </a:prstGeom>
            <a:ln w="38100"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701D64A8-F035-5102-690F-BD9A7F556AE7}"/>
                </a:ext>
              </a:extLst>
            </p:cNvPr>
            <p:cNvSpPr txBox="1"/>
            <p:nvPr/>
          </p:nvSpPr>
          <p:spPr>
            <a:xfrm>
              <a:off x="8535289" y="2725585"/>
              <a:ext cx="3007566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Rate Limiting on Requests</a:t>
              </a:r>
            </a:p>
            <a:p>
              <a:endParaRPr lang="en-US" sz="1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  <a:p>
              <a:r>
                <a:rPr lang="en-US" sz="16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Cleaning raw text inputs</a:t>
              </a:r>
            </a:p>
            <a:p>
              <a:endParaRPr lang="en-US" sz="1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  <a:p>
              <a:r>
                <a:rPr lang="en-US" sz="16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Stronger HTTP Header Protections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FEC38397-DF11-D6DF-5288-34F221378F0F}"/>
                </a:ext>
              </a:extLst>
            </p:cNvPr>
            <p:cNvSpPr txBox="1"/>
            <p:nvPr/>
          </p:nvSpPr>
          <p:spPr>
            <a:xfrm>
              <a:off x="8428496" y="2156993"/>
              <a:ext cx="322364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/>
                <a:t>Next Steps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299905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4FA92DE-CD14-5042-1A26-1D160C05BF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wrap="square" anchor="b">
            <a:normAutofit/>
          </a:bodyPr>
          <a:lstStyle/>
          <a:p>
            <a:r>
              <a:rPr lang="en-US"/>
              <a:t>Lessons Learned</a:t>
            </a:r>
          </a:p>
        </p:txBody>
      </p:sp>
      <p:pic>
        <p:nvPicPr>
          <p:cNvPr id="4" name="Picture 3" descr="A computer screen with text and images&#10;&#10;AI-generated content may be incorrect.">
            <a:extLst>
              <a:ext uri="{FF2B5EF4-FFF2-40B4-BE49-F238E27FC236}">
                <a16:creationId xmlns:a16="http://schemas.microsoft.com/office/drawing/2014/main" id="{72D71041-3BDE-D1C0-FA2B-6C5E1139E6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3188" y="1371981"/>
            <a:ext cx="6172200" cy="4104513"/>
          </a:xfrm>
          <a:prstGeom prst="rect">
            <a:avLst/>
          </a:prstGeom>
          <a:noFill/>
        </p:spPr>
      </p:pic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C2615A9-86BF-96D1-DE96-C405E42E42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 wrap="square" anchor="t">
            <a:normAutofit/>
          </a:bodyPr>
          <a:lstStyle/>
          <a:p>
            <a:pPr marL="608965" indent="-405765">
              <a:spcAft>
                <a:spcPts val="600"/>
              </a:spcAft>
              <a:buFont typeface="Arial"/>
              <a:buChar char="•"/>
            </a:pPr>
            <a:r>
              <a:rPr lang="en-US"/>
              <a:t>General flow of SWE teamwork</a:t>
            </a:r>
          </a:p>
          <a:p>
            <a:pPr marL="608965" indent="-405765">
              <a:spcAft>
                <a:spcPts val="600"/>
              </a:spcAft>
              <a:buFont typeface="Arial"/>
              <a:buChar char="•"/>
            </a:pPr>
            <a:endParaRPr lang="en-US" dirty="0"/>
          </a:p>
          <a:p>
            <a:pPr marL="608965" indent="-405765">
              <a:spcAft>
                <a:spcPts val="600"/>
              </a:spcAft>
              <a:buFont typeface="Arial"/>
              <a:buChar char="•"/>
            </a:pPr>
            <a:r>
              <a:rPr lang="en-US"/>
              <a:t>Gained an understanding of preexisting codebase</a:t>
            </a:r>
          </a:p>
          <a:p>
            <a:pPr marL="608965" indent="-405765">
              <a:spcAft>
                <a:spcPts val="600"/>
              </a:spcAft>
            </a:pPr>
            <a:endParaRPr lang="en-US"/>
          </a:p>
          <a:p>
            <a:pPr marL="608965" indent="-405765">
              <a:spcAft>
                <a:spcPts val="600"/>
              </a:spcAft>
              <a:buFont typeface="Arial"/>
              <a:buChar char="•"/>
            </a:pPr>
            <a:r>
              <a:rPr lang="en-US"/>
              <a:t>Properly understanding task intensity/time requirements</a:t>
            </a:r>
          </a:p>
        </p:txBody>
      </p:sp>
    </p:spTree>
    <p:extLst>
      <p:ext uri="{BB962C8B-B14F-4D97-AF65-F5344CB8AC3E}">
        <p14:creationId xmlns:p14="http://schemas.microsoft.com/office/powerpoint/2010/main" val="24997710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F1CA24B-F10C-3E01-4B70-938A40B592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 Breakdown</a:t>
            </a:r>
          </a:p>
        </p:txBody>
      </p:sp>
    </p:spTree>
    <p:extLst>
      <p:ext uri="{BB962C8B-B14F-4D97-AF65-F5344CB8AC3E}">
        <p14:creationId xmlns:p14="http://schemas.microsoft.com/office/powerpoint/2010/main" val="30561119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22C749-2D5C-AE59-0AD4-0F9F427445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Frontend I: </a:t>
            </a:r>
            <a:br>
              <a:rPr lang="en-US" dirty="0"/>
            </a:br>
            <a:r>
              <a:rPr lang="en-US" dirty="0"/>
              <a:t>User Oriented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4DB726-E910-FF7C-643D-9DC6228D0B6E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b="1"/>
              <a:t>Tasks:</a:t>
            </a:r>
          </a:p>
          <a:p>
            <a:pPr marL="285750" indent="-285750">
              <a:buChar char="•"/>
            </a:pPr>
            <a:r>
              <a:rPr lang="en-US" dirty="0"/>
              <a:t>Set up the profile creation form for </a:t>
            </a:r>
            <a:r>
              <a:rPr lang="en-US"/>
              <a:t>users</a:t>
            </a:r>
          </a:p>
          <a:p>
            <a:pPr marL="285750" indent="-285750">
              <a:buChar char="•"/>
            </a:pPr>
            <a:endParaRPr lang="en-US"/>
          </a:p>
          <a:p>
            <a:pPr marL="285750" indent="-285750">
              <a:buChar char="•"/>
            </a:pPr>
            <a:r>
              <a:rPr lang="en-US"/>
              <a:t>Improve user's profile dashboard</a:t>
            </a:r>
          </a:p>
          <a:p>
            <a:pPr marL="285750" indent="-285750">
              <a:buChar char="•"/>
            </a:pPr>
            <a:endParaRPr lang="en-US"/>
          </a:p>
          <a:p>
            <a:pPr marL="285750" indent="-285750">
              <a:buChar char="•"/>
            </a:pPr>
            <a:r>
              <a:rPr lang="en-US"/>
              <a:t>Improve user ability to edit profile information</a:t>
            </a:r>
          </a:p>
          <a:p>
            <a:pPr marL="285750" indent="-285750">
              <a:buChar char="•"/>
            </a:pPr>
            <a:endParaRPr lang="en-US"/>
          </a:p>
          <a:p>
            <a:pPr marL="285750" indent="-285750">
              <a:buChar char="•"/>
            </a:pPr>
            <a:r>
              <a:rPr lang="en-US"/>
              <a:t>Allow users to view other profiles</a:t>
            </a:r>
            <a:endParaRPr lang="en-US" dirty="0"/>
          </a:p>
        </p:txBody>
      </p:sp>
      <p:pic>
        <p:nvPicPr>
          <p:cNvPr id="8" name="Picture Placeholder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228AE01-B979-2088-BF89-3934A002F43D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3"/>
          <a:srcRect t="7513" b="7513"/>
          <a:stretch/>
        </p:blipFill>
        <p:spPr>
          <a:xfrm>
            <a:off x="5065066" y="102522"/>
            <a:ext cx="6916337" cy="64788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470881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F170CA-C674-DC83-AFB7-1D599026DA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Frontend II:</a:t>
            </a:r>
            <a:br>
              <a:rPr lang="en-US"/>
            </a:br>
            <a:r>
              <a:rPr lang="en-US"/>
              <a:t>Admin Oriented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298A3B-5B2D-B874-FA58-1C30C38C2B29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b="1"/>
              <a:t>Tasks:</a:t>
            </a:r>
          </a:p>
          <a:p>
            <a:pPr marL="285750" indent="-285750">
              <a:buFont typeface="Arial"/>
              <a:buChar char="•"/>
            </a:pPr>
            <a:r>
              <a:rPr lang="en-US"/>
              <a:t>Build Admin statistics display</a:t>
            </a:r>
          </a:p>
          <a:p>
            <a:pPr marL="285750" indent="-285750">
              <a:buFont typeface="Arial"/>
              <a:buChar char="•"/>
            </a:pP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/>
              <a:t>Create admin profile management views</a:t>
            </a:r>
          </a:p>
          <a:p>
            <a:pPr marL="285750" indent="-285750">
              <a:buFont typeface="Arial"/>
              <a:buChar char="•"/>
            </a:pP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/>
              <a:t>Implement profile approval/rejection interface</a:t>
            </a:r>
          </a:p>
          <a:p>
            <a:pPr marL="285750" indent="-285750">
              <a:buFont typeface="Arial"/>
              <a:buChar char="•"/>
            </a:pP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/>
              <a:t>Build admin dashboard for profile approval queue</a:t>
            </a:r>
          </a:p>
          <a:p>
            <a:pPr marL="285750" indent="-285750">
              <a:buFont typeface="Arial"/>
              <a:buChar char="•"/>
            </a:pP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/>
              <a:t>Analytics and application review routing functionality</a:t>
            </a:r>
          </a:p>
          <a:p>
            <a:endParaRPr lang="en-US" b="1"/>
          </a:p>
        </p:txBody>
      </p:sp>
      <p:pic>
        <p:nvPicPr>
          <p:cNvPr id="6" name="Picture 5" descr="A screenshot of a web page&#10;&#10;AI-generated content may be incorrect.">
            <a:extLst>
              <a:ext uri="{FF2B5EF4-FFF2-40B4-BE49-F238E27FC236}">
                <a16:creationId xmlns:a16="http://schemas.microsoft.com/office/drawing/2014/main" id="{D6271793-91FA-2C38-2663-F57843EC06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2063" y="681900"/>
            <a:ext cx="5619749" cy="2541449"/>
          </a:xfrm>
          <a:prstGeom prst="rect">
            <a:avLst/>
          </a:prstGeom>
        </p:spPr>
      </p:pic>
      <p:pic>
        <p:nvPicPr>
          <p:cNvPr id="12" name="Picture 11" descr="A screenshot of a website&#10;&#10;AI-generated content may be incorrect.">
            <a:extLst>
              <a:ext uri="{FF2B5EF4-FFF2-40B4-BE49-F238E27FC236}">
                <a16:creationId xmlns:a16="http://schemas.microsoft.com/office/drawing/2014/main" id="{DF9E16CD-263A-9828-E56D-AD13B28C50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2062" y="3459872"/>
            <a:ext cx="5619751" cy="3152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81722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886B0F-9813-3B17-0529-980890E617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4B54B4D-D011-AE3F-3C40-FF0DFD474E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0000" y="1691555"/>
            <a:ext cx="10281200" cy="3545800"/>
          </a:xfrm>
        </p:spPr>
        <p:txBody>
          <a:bodyPr/>
          <a:lstStyle/>
          <a:p>
            <a:pPr marL="203200" indent="0">
              <a:buNone/>
            </a:pPr>
            <a:r>
              <a:rPr lang="en-US" sz="1700" b="1">
                <a:solidFill>
                  <a:schemeClr val="tx1"/>
                </a:solidFill>
              </a:rPr>
              <a:t>Tasks</a:t>
            </a:r>
            <a:r>
              <a:rPr lang="en-US" sz="1700">
                <a:solidFill>
                  <a:schemeClr val="tx1"/>
                </a:solidFill>
              </a:rPr>
              <a:t>:</a:t>
            </a:r>
          </a:p>
          <a:p>
            <a:pPr marL="608965" indent="-405765"/>
            <a:r>
              <a:rPr lang="en-US" sz="1700">
                <a:solidFill>
                  <a:schemeClr val="tx1"/>
                </a:solidFill>
              </a:rPr>
              <a:t>Each new user profile has a unique code generated</a:t>
            </a:r>
          </a:p>
          <a:p>
            <a:pPr marL="608965" indent="-405765"/>
            <a:endParaRPr lang="en-US" sz="1700">
              <a:solidFill>
                <a:schemeClr val="tx1"/>
              </a:solidFill>
            </a:endParaRPr>
          </a:p>
          <a:p>
            <a:pPr marL="608965" indent="-405765"/>
            <a:endParaRPr lang="en-US" sz="1700">
              <a:solidFill>
                <a:schemeClr val="tx1"/>
              </a:solidFill>
            </a:endParaRPr>
          </a:p>
          <a:p>
            <a:pPr marL="608965" indent="-405765"/>
            <a:r>
              <a:rPr lang="en-US" sz="1700">
                <a:solidFill>
                  <a:schemeClr val="tx1"/>
                </a:solidFill>
              </a:rPr>
              <a:t>Fetch user's profile information using unique code</a:t>
            </a:r>
          </a:p>
          <a:p>
            <a:pPr marL="1218565" lvl="1" indent="-405765"/>
            <a:r>
              <a:rPr lang="en-US" sz="1700">
                <a:solidFill>
                  <a:schemeClr val="tx1"/>
                </a:solidFill>
              </a:rPr>
              <a:t>Maintains anonymity except for admins</a:t>
            </a:r>
          </a:p>
          <a:p>
            <a:pPr marL="1218565" lvl="1" indent="-405765"/>
            <a:endParaRPr lang="en-US" sz="1700">
              <a:solidFill>
                <a:schemeClr val="tx1"/>
              </a:solidFill>
            </a:endParaRPr>
          </a:p>
          <a:p>
            <a:pPr marL="1218565" lvl="1" indent="-405765"/>
            <a:endParaRPr lang="en-US" sz="1700">
              <a:solidFill>
                <a:schemeClr val="tx1"/>
              </a:solidFill>
            </a:endParaRPr>
          </a:p>
          <a:p>
            <a:pPr marL="608965" indent="-405765"/>
            <a:r>
              <a:rPr lang="en-US" sz="1700">
                <a:solidFill>
                  <a:schemeClr val="tx1"/>
                </a:solidFill>
              </a:rPr>
              <a:t>Users able to edit profile information</a:t>
            </a:r>
          </a:p>
          <a:p>
            <a:pPr marL="1218565" lvl="1" indent="-405765"/>
            <a:r>
              <a:rPr lang="en-US" sz="1700">
                <a:solidFill>
                  <a:schemeClr val="tx1"/>
                </a:solidFill>
              </a:rPr>
              <a:t>Explicitly states which demographic info can be changed</a:t>
            </a:r>
          </a:p>
          <a:p>
            <a:pPr marL="1218565" lvl="1" indent="-405765"/>
            <a:endParaRPr lang="en-US" sz="1700">
              <a:solidFill>
                <a:schemeClr val="tx1"/>
              </a:solidFill>
            </a:endParaRPr>
          </a:p>
          <a:p>
            <a:pPr marL="1218565" lvl="1" indent="-405765"/>
            <a:endParaRPr lang="en-US" sz="1700">
              <a:solidFill>
                <a:schemeClr val="tx1"/>
              </a:solidFill>
            </a:endParaRPr>
          </a:p>
          <a:p>
            <a:pPr marL="608965" indent="-405765"/>
            <a:r>
              <a:rPr lang="en-US" sz="1700">
                <a:solidFill>
                  <a:schemeClr val="tx1"/>
                </a:solidFill>
              </a:rPr>
              <a:t>User data updated in MongoDB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91DC83E-F121-B2DE-84FE-37B4C22727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Backend I: Client Side</a:t>
            </a:r>
          </a:p>
        </p:txBody>
      </p:sp>
      <p:pic>
        <p:nvPicPr>
          <p:cNvPr id="4" name="Picture 3" descr="HTTP Request Methods | GET, POST, PUT, DELETE">
            <a:extLst>
              <a:ext uri="{FF2B5EF4-FFF2-40B4-BE49-F238E27FC236}">
                <a16:creationId xmlns:a16="http://schemas.microsoft.com/office/drawing/2014/main" id="{D7F5232A-3204-72F3-196D-1385D16B2B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4667" y="740832"/>
            <a:ext cx="3541889" cy="2695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43391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D20429-B798-9A67-8439-A84C70DDC9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0CF6B5-B500-8981-2DD4-C5697A917F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Backend II:</a:t>
            </a:r>
            <a:br>
              <a:rPr lang="en-US" dirty="0"/>
            </a:br>
            <a:r>
              <a:rPr lang="en-US" dirty="0"/>
              <a:t>Admin Oriented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B94BFD-656C-73E7-664A-2B20D23F850E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b="1" dirty="0"/>
              <a:t>Tasks: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Implement Profile Status Management Logic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Implement Authorize Middleware Function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Create Admin Dashboard Data Queries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Build admin profile review/listing endpoints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Implement Admin Approval/Rejection Endpoints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Implement Testing Framework</a:t>
            </a:r>
          </a:p>
        </p:txBody>
      </p:sp>
      <p:pic>
        <p:nvPicPr>
          <p:cNvPr id="12" name="Picture 11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8A5ACE13-29E5-A7B4-3906-32F04EAF30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17738" y="2057400"/>
            <a:ext cx="6581759" cy="3811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42470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5F476F-C710-FC52-F0F2-215C1F8141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Full Stack</a:t>
            </a:r>
          </a:p>
        </p:txBody>
      </p:sp>
      <p:pic>
        <p:nvPicPr>
          <p:cNvPr id="6" name="Picture Placeholder 5" descr="A person typing on a computer&#10;&#10;AI-generated content may be incorrect.">
            <a:extLst>
              <a:ext uri="{FF2B5EF4-FFF2-40B4-BE49-F238E27FC236}">
                <a16:creationId xmlns:a16="http://schemas.microsoft.com/office/drawing/2014/main" id="{8158053D-5F53-E4AC-431C-95E16696F968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8058" r="8058"/>
          <a:stretch>
            <a:fillRect/>
          </a:stretch>
        </p:blipFill>
        <p:spPr/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BB9856-FD5B-EFDA-A52D-46F844746B55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/>
              <a:t>The full stack role focused on bridging the gap between the frontend and backend developers. </a:t>
            </a:r>
          </a:p>
          <a:p>
            <a:endParaRPr lang="en-US"/>
          </a:p>
          <a:p>
            <a:r>
              <a:rPr lang="en-US"/>
              <a:t>This included: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Coordinating user ID generation and usage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Creating and managing the API workflow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Managing merge requests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Merging developer branches into a master branch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15123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DE3FAB2-E732-B9F3-5EEB-2C6A768624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03200" indent="0">
              <a:buNone/>
            </a:pPr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20476FA-6CEE-C442-A88A-61BFE5D0B9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48155761"/>
      </p:ext>
    </p:extLst>
  </p:cSld>
  <p:clrMapOvr>
    <a:masterClrMapping/>
  </p:clrMapOvr>
</p:sld>
</file>

<file path=ppt/theme/theme1.xml><?xml version="1.0" encoding="utf-8"?>
<a:theme xmlns:a="http://schemas.openxmlformats.org/drawingml/2006/main" name="Software Engineering Business Plan by Slidesgo">
  <a:themeElements>
    <a:clrScheme name="Simple Light">
      <a:dk1>
        <a:srgbClr val="191919"/>
      </a:dk1>
      <a:lt1>
        <a:srgbClr val="F3F3F3"/>
      </a:lt1>
      <a:dk2>
        <a:srgbClr val="45818E"/>
      </a:dk2>
      <a:lt2>
        <a:srgbClr val="2AAFEB"/>
      </a:lt2>
      <a:accent1>
        <a:srgbClr val="7FD6C3"/>
      </a:accent1>
      <a:accent2>
        <a:srgbClr val="D9D9D9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9191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lidesgo Final Pages">
  <a:themeElements>
    <a:clrScheme name="Simple Light">
      <a:dk1>
        <a:srgbClr val="0E2A47"/>
      </a:dk1>
      <a:lt1>
        <a:srgbClr val="FFFFFF"/>
      </a:lt1>
      <a:dk2>
        <a:srgbClr val="869FB2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869FB2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Software Engineering Business Plan by Slidesgo</Template>
  <TotalTime>2842</TotalTime>
  <Words>988</Words>
  <Application>Microsoft Macintosh PowerPoint</Application>
  <PresentationFormat>Widescreen</PresentationFormat>
  <Paragraphs>205</Paragraphs>
  <Slides>17</Slides>
  <Notes>10</Notes>
  <HiddenSlides>1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17</vt:i4>
      </vt:variant>
    </vt:vector>
  </HeadingPairs>
  <TitlesOfParts>
    <vt:vector size="27" baseType="lpstr">
      <vt:lpstr>Arial</vt:lpstr>
      <vt:lpstr>Arial,Sans-Serif</vt:lpstr>
      <vt:lpstr>Calibri</vt:lpstr>
      <vt:lpstr>Courier New</vt:lpstr>
      <vt:lpstr>Nunito Light</vt:lpstr>
      <vt:lpstr>Open Sans</vt:lpstr>
      <vt:lpstr>Proxima Nova</vt:lpstr>
      <vt:lpstr>Sora</vt:lpstr>
      <vt:lpstr>Software Engineering Business Plan by Slidesgo</vt:lpstr>
      <vt:lpstr>Slidesgo Final Pages</vt:lpstr>
      <vt:lpstr>PowerPoint Presentation</vt:lpstr>
      <vt:lpstr>Driveability Website</vt:lpstr>
      <vt:lpstr>Nicholas Yeager </vt:lpstr>
      <vt:lpstr>Project Focus</vt:lpstr>
      <vt:lpstr>Sprint 1 Goals</vt:lpstr>
      <vt:lpstr>Sprint Achievements and Sponsor Feedback</vt:lpstr>
      <vt:lpstr>Project Backlog</vt:lpstr>
      <vt:lpstr>Sprint Backlog</vt:lpstr>
      <vt:lpstr>Cybersecurity Considerations</vt:lpstr>
      <vt:lpstr>Lessons Learned</vt:lpstr>
      <vt:lpstr>Task Breakdown</vt:lpstr>
      <vt:lpstr>Frontend I:  User Oriented</vt:lpstr>
      <vt:lpstr>Frontend II: Admin Oriented</vt:lpstr>
      <vt:lpstr>Backend I: Client Side</vt:lpstr>
      <vt:lpstr>Backend II: Admin Oriented</vt:lpstr>
      <vt:lpstr>Full Stack</vt:lpstr>
      <vt:lpstr>Demo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Ryan Douglas</cp:lastModifiedBy>
  <cp:revision>14</cp:revision>
  <dcterms:created xsi:type="dcterms:W3CDTF">2026-02-21T15:54:39Z</dcterms:created>
  <dcterms:modified xsi:type="dcterms:W3CDTF">2026-02-24T19:15:14Z</dcterms:modified>
</cp:coreProperties>
</file>